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0"/>
            <a:ext cx="2194560" cy="2194560"/>
          </a:xfrm>
          <a:prstGeom prst="ellipse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4343400"/>
            <a:ext cx="2743200" cy="2743200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640080"/>
            <a:ext cx="1463040" cy="1463040"/>
          </a:xfrm>
          <a:prstGeom prst="ellipse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5394960"/>
            <a:ext cx="1097280" cy="1097280"/>
          </a:xfrm>
          <a:prstGeom prst="ellipse">
            <a:avLst/>
          </a:prstGeom>
          <a:solidFill>
            <a:srgbClr val="FFE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9144000" cy="137160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8961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C051C"/>
                </a:solidFill>
                <a:latin typeface="Arial Black"/>
              </a:rPr>
              <a:t>YOUR TITLE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CDC"/>
                </a:solidFill>
                <a:latin typeface="Arial"/>
              </a:rPr>
              <a:t>Subtitle  *  Name  *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051560"/>
            <a:ext cx="3291840" cy="3291840"/>
          </a:xfrm>
          <a:prstGeom prst="ellipse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194560" cy="2194560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3200400" cy="91440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C051C"/>
                </a:solidFill>
                <a:latin typeface="Arial Black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CDC"/>
                </a:solidFill>
                <a:latin typeface="Arial"/>
              </a:rPr>
              <a:t>*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23744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3C96"/>
                </a:solidFill>
                <a:latin typeface="Arial"/>
              </a:rPr>
              <a:t>* 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E61E"/>
                </a:solidFill>
                <a:latin typeface="Arial"/>
              </a:rPr>
              <a:t>*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939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028DC"/>
                </a:solidFill>
                <a:latin typeface="Arial"/>
              </a:rPr>
              <a:t>*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57216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CDC"/>
                </a:solidFill>
                <a:latin typeface="Arial"/>
              </a:rPr>
              <a:t>* Wrap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560320" cy="2560320"/>
          </a:xfrm>
          <a:prstGeom prst="ellipse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" y="5120640"/>
            <a:ext cx="1645920" cy="1645920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4114800" cy="5074920"/>
          </a:xfrm>
          <a:prstGeom prst="roundRect">
            <a:avLst/>
          </a:prstGeom>
          <a:solidFill>
            <a:srgbClr val="1E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CDC"/>
                </a:solidFill>
                <a:latin typeface="Arial"/>
              </a:rPr>
              <a:t>[ Visual /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08760"/>
            <a:ext cx="68580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822960"/>
            <a:ext cx="3291840" cy="3291840"/>
          </a:xfrm>
          <a:prstGeom prst="ellipse">
            <a:avLst/>
          </a:prstGeom>
          <a:solidFill>
            <a:srgbClr val="E6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343400"/>
            <a:ext cx="3657600" cy="3657600"/>
          </a:xfrm>
          <a:prstGeom prst="ellipse">
            <a:avLst/>
          </a:prstGeom>
          <a:solidFill>
            <a:srgbClr val="E6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C051C"/>
                </a:solidFill>
                <a:latin typeface="Arial Black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C051C"/>
                </a:solidFill>
                <a:latin typeface="Arial Black"/>
              </a:rPr>
              <a:t>SECTION TITLE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343400"/>
            <a:ext cx="5788152" cy="41148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30168" cy="512064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051C"/>
                </a:solidFill>
                <a:latin typeface="Arial Black"/>
              </a:rPr>
              <a:t>CARD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051C"/>
                </a:solidFill>
                <a:latin typeface="Arial"/>
              </a:rPr>
              <a:t>Add your description here. Summarise the key idea clearly and concisely.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463040"/>
            <a:ext cx="3630168" cy="5120640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051C"/>
                </a:solidFill>
                <a:latin typeface="Arial Black"/>
              </a:rPr>
              <a:t>CARD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051C"/>
                </a:solidFill>
                <a:latin typeface="Arial"/>
              </a:rPr>
              <a:t>Add your description here. Summarise the key idea clearly and concisely.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463040"/>
            <a:ext cx="3630168" cy="5120640"/>
          </a:xfrm>
          <a:prstGeom prst="rect">
            <a:avLst/>
          </a:prstGeom>
          <a:solidFill>
            <a:srgbClr val="FFE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051C"/>
                </a:solidFill>
                <a:latin typeface="Arial Black"/>
              </a:rPr>
              <a:t>CARD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5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051C"/>
                </a:solidFill>
                <a:latin typeface="Arial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3C96"/>
                </a:solidFill>
                <a:latin typeface="Arial"/>
              </a:rP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First key insight - add a concise supporting statement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CDC"/>
                </a:solidFill>
                <a:latin typeface="Arial"/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Second key insight - add a concise supporting statement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E61E"/>
                </a:solidFill>
                <a:latin typeface="Arial"/>
              </a:rP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Third key insight - add a concise supporting statement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028DC"/>
                </a:solidFill>
                <a:latin typeface="Arial"/>
              </a:rPr>
              <a:t>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457200"/>
            <a:ext cx="2743200" cy="2743200"/>
          </a:xfrm>
          <a:prstGeom prst="ellipse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297680"/>
            <a:ext cx="3291840" cy="3291840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3C96"/>
                </a:solidFill>
                <a:latin typeface="Arial Black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FFFFFF"/>
                </a:solidFill>
                <a:latin typeface="Arial"/>
              </a:rPr>
              <a:t>Add your most impactful quote or key message here. Make it memorable.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51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E61E"/>
                </a:solidFill>
                <a:latin typeface="Arial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30168" cy="5120640"/>
          </a:xfrm>
          <a:prstGeom prst="rect">
            <a:avLst/>
          </a:prstGeom>
          <a:solidFill>
            <a:srgbClr val="1E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30168" cy="73152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3C96"/>
                </a:solidFill>
                <a:latin typeface="Arial Black"/>
              </a:rPr>
              <a:t>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BEDC"/>
                </a:solidFill>
                <a:latin typeface="Arial"/>
              </a:rPr>
              <a:t>Across all test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63040"/>
            <a:ext cx="3630168" cy="5120640"/>
          </a:xfrm>
          <a:prstGeom prst="rect">
            <a:avLst/>
          </a:prstGeom>
          <a:solidFill>
            <a:srgbClr val="1E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463040"/>
            <a:ext cx="3630168" cy="7315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CDC"/>
                </a:solidFill>
                <a:latin typeface="Arial Black"/>
              </a:rP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BEDC"/>
                </a:solidFill>
                <a:latin typeface="Arial"/>
              </a:rPr>
              <a:t>Round-the-clock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463040"/>
            <a:ext cx="3630168" cy="5120640"/>
          </a:xfrm>
          <a:prstGeom prst="rect">
            <a:avLst/>
          </a:prstGeom>
          <a:solidFill>
            <a:srgbClr val="1E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1463040"/>
            <a:ext cx="3630168" cy="73152"/>
          </a:xfrm>
          <a:prstGeom prst="rect">
            <a:avLst/>
          </a:prstGeom>
          <a:solidFill>
            <a:srgbClr val="FFE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E61E"/>
                </a:solidFill>
                <a:latin typeface="Arial Black"/>
              </a:rPr>
              <a:t>150+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BEDC"/>
                </a:solidFill>
                <a:latin typeface="Arial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TWO 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C051C"/>
                </a:solidFill>
                <a:latin typeface="Arial Black"/>
              </a:rPr>
              <a:t>Left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Right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C051C"/>
                </a:solidFill>
                <a:latin typeface="Arial"/>
              </a:rPr>
              <a:t>* Point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* Point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C051C"/>
                </a:solidFill>
                <a:latin typeface="Arial"/>
              </a:rPr>
              <a:t>* Point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* Point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C051C"/>
                </a:solidFill>
                <a:latin typeface="Arial"/>
              </a:rPr>
              <a:t>* Point three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* Point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C051C"/>
                </a:solidFill>
                <a:latin typeface="Arial"/>
              </a:rPr>
              <a:t>* Point four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*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" y="-640080"/>
            <a:ext cx="4023360" cy="4023360"/>
          </a:xfrm>
          <a:prstGeom prst="ellipse">
            <a:avLst/>
          </a:prstGeom>
          <a:solidFill>
            <a:srgbClr val="A02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474720"/>
            <a:ext cx="3657600" cy="3657600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731520"/>
            <a:ext cx="2130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E61E"/>
                </a:solidFill>
                <a:latin typeface="Arial"/>
              </a:rPr>
              <a:t>*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solidFill>
            <a:srgbClr val="F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C051C"/>
                </a:solidFill>
                <a:latin typeface="Arial Black"/>
              </a:rPr>
              <a:t>THANK YOU!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CDC"/>
                </a:solidFill>
                <a:latin typeface="Arial"/>
              </a:rPr>
              <a:t>yourname@email.com  *  @handle  *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