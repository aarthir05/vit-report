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0145" y="5697366"/>
            <a:ext cx="101590" cy="101590"/>
          </a:xfrm>
          <a:prstGeom prst="ellipse">
            <a:avLst/>
          </a:prstGeom>
          <a:solidFill>
            <a:srgbClr val="CA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63813" y="5130823"/>
            <a:ext cx="80264" cy="80264"/>
          </a:xfrm>
          <a:prstGeom prst="ellipse">
            <a:avLst/>
          </a:prstGeom>
          <a:solidFill>
            <a:srgbClr val="DA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15377" y="694068"/>
            <a:ext cx="47792" cy="47792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52463" y="5156814"/>
            <a:ext cx="45874" cy="45874"/>
          </a:xfrm>
          <a:prstGeom prst="ellipse">
            <a:avLst/>
          </a:prstGeom>
          <a:solidFill>
            <a:srgbClr val="E3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37235" y="5399245"/>
            <a:ext cx="88964" cy="88964"/>
          </a:xfrm>
          <a:prstGeom prst="ellipse">
            <a:avLst/>
          </a:prstGeom>
          <a:solidFill>
            <a:srgbClr val="B7B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5525" y="271841"/>
            <a:ext cx="47580" cy="47580"/>
          </a:xfrm>
          <a:prstGeom prst="ellipse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3734" y="5925813"/>
            <a:ext cx="95936" cy="95936"/>
          </a:xfrm>
          <a:prstGeom prst="ellipse">
            <a:avLst/>
          </a:prstGeom>
          <a:solidFill>
            <a:srgbClr val="E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35374" y="3562636"/>
            <a:ext cx="101586" cy="101586"/>
          </a:xfrm>
          <a:prstGeom prst="ellipse">
            <a:avLst/>
          </a:prstGeom>
          <a:solidFill>
            <a:srgbClr val="E9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66329" y="2351415"/>
            <a:ext cx="95232" cy="95232"/>
          </a:xfrm>
          <a:prstGeom prst="ellipse">
            <a:avLst/>
          </a:prstGeom>
          <a:solidFill>
            <a:srgbClr val="E4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59951" y="6237900"/>
            <a:ext cx="76164" cy="76164"/>
          </a:xfrm>
          <a:prstGeom prst="ellipse">
            <a:avLst/>
          </a:prstGeom>
          <a:solidFill>
            <a:srgbClr val="F1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92125" y="713074"/>
            <a:ext cx="91758" cy="91758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90288" y="2262971"/>
            <a:ext cx="98498" cy="98498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55505" y="2855835"/>
            <a:ext cx="106438" cy="106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07117" y="1929773"/>
            <a:ext cx="116928" cy="116928"/>
          </a:xfrm>
          <a:prstGeom prst="ellipse">
            <a:avLst/>
          </a:prstGeom>
          <a:solidFill>
            <a:srgbClr val="E9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83331" y="3419867"/>
            <a:ext cx="88806" cy="88806"/>
          </a:xfrm>
          <a:prstGeom prst="ellipse">
            <a:avLst/>
          </a:prstGeom>
          <a:solidFill>
            <a:srgbClr val="AE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06259" y="5018284"/>
            <a:ext cx="75294" cy="7529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15259" y="3706163"/>
            <a:ext cx="97148" cy="97148"/>
          </a:xfrm>
          <a:prstGeom prst="ellipse">
            <a:avLst/>
          </a:prstGeom>
          <a:solidFill>
            <a:srgbClr val="D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0397" y="4495295"/>
            <a:ext cx="53614" cy="53614"/>
          </a:xfrm>
          <a:prstGeom prst="ellipse">
            <a:avLst/>
          </a:prstGeom>
          <a:solidFill>
            <a:srgbClr val="BE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90802" y="2675693"/>
            <a:ext cx="81542" cy="81542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59370" y="2097023"/>
            <a:ext cx="107774" cy="107774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67884" y="2689675"/>
            <a:ext cx="58180" cy="58180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79683" y="143397"/>
            <a:ext cx="60314" cy="60314"/>
          </a:xfrm>
          <a:prstGeom prst="ellipse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14897" y="3463230"/>
            <a:ext cx="115394" cy="115394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76213" y="6117192"/>
            <a:ext cx="93942" cy="93942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04869" y="78027"/>
            <a:ext cx="103044" cy="103044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40443" y="3510287"/>
            <a:ext cx="86784" cy="86784"/>
          </a:xfrm>
          <a:prstGeom prst="ellipse">
            <a:avLst/>
          </a:prstGeom>
          <a:solidFill>
            <a:srgbClr val="E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31585" y="3266652"/>
            <a:ext cx="72400" cy="72400"/>
          </a:xfrm>
          <a:prstGeom prst="ellipse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44648" y="3419913"/>
            <a:ext cx="81192" cy="81192"/>
          </a:xfrm>
          <a:prstGeom prst="ellipse">
            <a:avLst/>
          </a:prstGeom>
          <a:solidFill>
            <a:srgbClr val="D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13067" y="59403"/>
            <a:ext cx="85230" cy="85230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05729" y="4043258"/>
            <a:ext cx="104574" cy="104574"/>
          </a:xfrm>
          <a:prstGeom prst="ellipse">
            <a:avLst/>
          </a:prstGeom>
          <a:solidFill>
            <a:srgbClr val="FB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59837" y="3938434"/>
            <a:ext cx="108704" cy="108704"/>
          </a:xfrm>
          <a:prstGeom prst="ellipse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7387" y="5509060"/>
            <a:ext cx="64394" cy="64394"/>
          </a:xfrm>
          <a:prstGeom prst="ellipse">
            <a:avLst/>
          </a:prstGeom>
          <a:solidFill>
            <a:srgbClr val="B3B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5079" y="179459"/>
            <a:ext cx="46784" cy="46784"/>
          </a:xfrm>
          <a:prstGeom prst="ellipse">
            <a:avLst/>
          </a:prstGeom>
          <a:solidFill>
            <a:srgbClr val="CD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35108" y="776577"/>
            <a:ext cx="91424" cy="91424"/>
          </a:xfrm>
          <a:prstGeom prst="ellipse">
            <a:avLst/>
          </a:prstGeom>
          <a:solidFill>
            <a:srgbClr val="D6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36457" y="1177130"/>
            <a:ext cx="64388" cy="64388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23660" y="4384640"/>
            <a:ext cx="67262" cy="67262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04487" y="819405"/>
            <a:ext cx="68542" cy="68542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106635" y="1319786"/>
            <a:ext cx="53676" cy="53676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752788" y="6498044"/>
            <a:ext cx="77296" cy="77296"/>
          </a:xfrm>
          <a:prstGeom prst="ellipse">
            <a:avLst/>
          </a:prstGeom>
          <a:solidFill>
            <a:srgbClr val="ACA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6962" y="2719415"/>
            <a:ext cx="48304" cy="48304"/>
          </a:xfrm>
          <a:prstGeom prst="ellipse">
            <a:avLst/>
          </a:prstGeom>
          <a:solidFill>
            <a:srgbClr val="BE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91477" y="3432650"/>
            <a:ext cx="76930" cy="76930"/>
          </a:xfrm>
          <a:prstGeom prst="ellipse">
            <a:avLst/>
          </a:prstGeom>
          <a:solidFill>
            <a:srgbClr val="C6C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746003" y="4253635"/>
            <a:ext cx="96564" cy="96564"/>
          </a:xfrm>
          <a:prstGeom prst="ellipse">
            <a:avLst/>
          </a:prstGeom>
          <a:solidFill>
            <a:srgbClr val="E3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727718" y="4382995"/>
            <a:ext cx="74606" cy="74606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76453" y="4457391"/>
            <a:ext cx="76904" cy="76904"/>
          </a:xfrm>
          <a:prstGeom prst="ellipse">
            <a:avLst/>
          </a:prstGeom>
          <a:solidFill>
            <a:srgbClr val="D0D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572360" y="1482849"/>
            <a:ext cx="49190" cy="49190"/>
          </a:xfrm>
          <a:prstGeom prst="ellipse">
            <a:avLst/>
          </a:prstGeom>
          <a:solidFill>
            <a:srgbClr val="B3B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18060" y="2105939"/>
            <a:ext cx="114430" cy="114430"/>
          </a:xfrm>
          <a:prstGeom prst="ellipse">
            <a:avLst/>
          </a:prstGeom>
          <a:solidFill>
            <a:srgbClr val="BE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53447" y="1752790"/>
            <a:ext cx="46340" cy="46340"/>
          </a:xfrm>
          <a:prstGeom prst="ellipse">
            <a:avLst/>
          </a:prstGeom>
          <a:solidFill>
            <a:srgbClr val="AE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110024" y="1488073"/>
            <a:ext cx="111616" cy="111616"/>
          </a:xfrm>
          <a:prstGeom prst="ellipse">
            <a:avLst/>
          </a:prstGeom>
          <a:solidFill>
            <a:srgbClr val="E4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87505" y="5825506"/>
            <a:ext cx="116952" cy="116952"/>
          </a:xfrm>
          <a:prstGeom prst="ellipse">
            <a:avLst/>
          </a:prstGeom>
          <a:solidFill>
            <a:srgbClr val="F9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51506" y="2578878"/>
            <a:ext cx="71098" cy="71098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15293" y="6031632"/>
            <a:ext cx="88982" cy="88982"/>
          </a:xfrm>
          <a:prstGeom prst="ellipse">
            <a:avLst/>
          </a:prstGeom>
          <a:solidFill>
            <a:srgbClr val="E9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308611" y="4503097"/>
            <a:ext cx="67378" cy="67378"/>
          </a:xfrm>
          <a:prstGeom prst="ellipse">
            <a:avLst/>
          </a:prstGeom>
          <a:solidFill>
            <a:srgbClr val="E9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59899" y="4139895"/>
            <a:ext cx="75150" cy="75150"/>
          </a:xfrm>
          <a:prstGeom prst="ellipse">
            <a:avLst/>
          </a:prstGeom>
          <a:solidFill>
            <a:srgbClr val="CEC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73322" y="1397310"/>
            <a:ext cx="69694" cy="69694"/>
          </a:xfrm>
          <a:prstGeom prst="ellipse">
            <a:avLst/>
          </a:prstGeom>
          <a:solidFill>
            <a:srgbClr val="F2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436475" y="2324293"/>
            <a:ext cx="61302" cy="61302"/>
          </a:xfrm>
          <a:prstGeom prst="ellipse">
            <a:avLst/>
          </a:prstGeom>
          <a:solidFill>
            <a:srgbClr val="B6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090523" y="6278467"/>
            <a:ext cx="70872" cy="70872"/>
          </a:xfrm>
          <a:prstGeom prst="ellipse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63633" y="6638383"/>
            <a:ext cx="62884" cy="62884"/>
          </a:xfrm>
          <a:prstGeom prst="ellipse">
            <a:avLst/>
          </a:prstGeom>
          <a:solidFill>
            <a:srgbClr val="AFA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49613" y="1167988"/>
            <a:ext cx="112360" cy="112360"/>
          </a:xfrm>
          <a:prstGeom prst="ellipse">
            <a:avLst/>
          </a:prstGeom>
          <a:solidFill>
            <a:srgbClr val="C5C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260471" y="2267775"/>
            <a:ext cx="82726" cy="82726"/>
          </a:xfrm>
          <a:prstGeom prst="ellipse">
            <a:avLst/>
          </a:prstGeom>
          <a:solidFill>
            <a:srgbClr val="CA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467362" y="2329373"/>
            <a:ext cx="67022" cy="67022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388529" y="4824137"/>
            <a:ext cx="81476" cy="81476"/>
          </a:xfrm>
          <a:prstGeom prst="ellipse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669421" y="763197"/>
            <a:ext cx="48582" cy="48582"/>
          </a:xfrm>
          <a:prstGeom prst="ellipse">
            <a:avLst/>
          </a:prstGeom>
          <a:solidFill>
            <a:srgbClr val="B3B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617833" y="6679793"/>
            <a:ext cx="56496" cy="56496"/>
          </a:xfrm>
          <a:prstGeom prst="ellipse">
            <a:avLst/>
          </a:prstGeom>
          <a:solidFill>
            <a:srgbClr val="BAB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123469" y="4146422"/>
            <a:ext cx="102916" cy="102916"/>
          </a:xfrm>
          <a:prstGeom prst="ellipse">
            <a:avLst/>
          </a:prstGeom>
          <a:solidFill>
            <a:srgbClr val="DA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66062" y="3721030"/>
            <a:ext cx="87120" cy="87120"/>
          </a:xfrm>
          <a:prstGeom prst="ellipse">
            <a:avLst/>
          </a:prstGeom>
          <a:solidFill>
            <a:srgbClr val="CCC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052560" y="-365760"/>
            <a:ext cx="2926080" cy="2926080"/>
          </a:xfrm>
          <a:prstGeom prst="ellipse">
            <a:avLst/>
          </a:prstGeom>
          <a:solidFill>
            <a:srgbClr val="19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372600" y="-640080"/>
            <a:ext cx="2926080" cy="2926080"/>
          </a:xfrm>
          <a:prstGeom prst="ellipse">
            <a:avLst/>
          </a:prstGeom>
          <a:solidFill>
            <a:srgbClr val="3C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646920" y="-502920"/>
            <a:ext cx="2560320" cy="2560320"/>
          </a:xfrm>
          <a:prstGeom prst="ellipse">
            <a:avLst/>
          </a:prstGeom>
          <a:solidFill>
            <a:srgbClr val="0A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78309" y="5573269"/>
            <a:ext cx="832102" cy="832102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4360" y="5157216"/>
            <a:ext cx="1188720" cy="1188720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367029" y="5573269"/>
            <a:ext cx="832102" cy="832102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3232" y="5692140"/>
            <a:ext cx="950976" cy="950976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934956" y="5408676"/>
            <a:ext cx="704088" cy="704088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287000" y="5056632"/>
            <a:ext cx="1005840" cy="1005840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40796" y="5408676"/>
            <a:ext cx="704088" cy="704088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387584" y="5509260"/>
            <a:ext cx="804672" cy="804672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" y="3429000"/>
            <a:ext cx="4114800" cy="50292"/>
          </a:xfrm>
          <a:prstGeom prst="rect">
            <a:avLst/>
          </a:prstGeom>
          <a:solidFill>
            <a:srgbClr val="FFD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2148840"/>
            <a:ext cx="9601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Your Presentation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3520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CB4FF"/>
                </a:solidFill>
                <a:latin typeface="Calibri"/>
              </a:rPr>
              <a:t>Subtitle  -  Name  -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18502" y="6393374"/>
            <a:ext cx="49856" cy="49856"/>
          </a:xfrm>
          <a:prstGeom prst="ellipse">
            <a:avLst/>
          </a:prstGeom>
          <a:solidFill>
            <a:srgbClr val="B4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63969" y="1167645"/>
            <a:ext cx="104896" cy="104896"/>
          </a:xfrm>
          <a:prstGeom prst="ellipse">
            <a:avLst/>
          </a:prstGeom>
          <a:solidFill>
            <a:srgbClr val="D1D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80898" y="1483859"/>
            <a:ext cx="48334" cy="48334"/>
          </a:xfrm>
          <a:prstGeom prst="ellipse">
            <a:avLst/>
          </a:prstGeom>
          <a:solidFill>
            <a:srgbClr val="BE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14456" y="4301057"/>
            <a:ext cx="104510" cy="10451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24776" y="3684757"/>
            <a:ext cx="78260" cy="78260"/>
          </a:xfrm>
          <a:prstGeom prst="ellipse">
            <a:avLst/>
          </a:prstGeom>
          <a:solidFill>
            <a:srgbClr val="CCC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50509" y="5869515"/>
            <a:ext cx="72348" cy="72348"/>
          </a:xfrm>
          <a:prstGeom prst="ellipse">
            <a:avLst/>
          </a:prstGeom>
          <a:solidFill>
            <a:srgbClr val="D2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09856" y="2863899"/>
            <a:ext cx="110390" cy="110390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81859" y="1643860"/>
            <a:ext cx="47464" cy="47464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34781" y="3460847"/>
            <a:ext cx="72032" cy="72032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15246" y="1249724"/>
            <a:ext cx="111086" cy="111086"/>
          </a:xfrm>
          <a:prstGeom prst="ellipse">
            <a:avLst/>
          </a:prstGeom>
          <a:solidFill>
            <a:srgbClr val="DF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37810" y="6092298"/>
            <a:ext cx="101526" cy="101526"/>
          </a:xfrm>
          <a:prstGeom prst="ellipse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71284" y="6581534"/>
            <a:ext cx="116084" cy="116084"/>
          </a:xfrm>
          <a:prstGeom prst="ellipse">
            <a:avLst/>
          </a:prstGeom>
          <a:solidFill>
            <a:srgbClr val="BE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80366" y="2710702"/>
            <a:ext cx="99748" cy="99748"/>
          </a:xfrm>
          <a:prstGeom prst="ellipse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7694" y="3305655"/>
            <a:ext cx="113372" cy="113372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18076" y="5359217"/>
            <a:ext cx="94122" cy="94122"/>
          </a:xfrm>
          <a:prstGeom prst="ellipse">
            <a:avLst/>
          </a:prstGeom>
          <a:solidFill>
            <a:srgbClr val="E4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5005" y="3125127"/>
            <a:ext cx="87248" cy="87248"/>
          </a:xfrm>
          <a:prstGeom prst="ellipse">
            <a:avLst/>
          </a:prstGeom>
          <a:solidFill>
            <a:srgbClr val="F1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30283" y="3308638"/>
            <a:ext cx="61944" cy="61944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95316" y="5610415"/>
            <a:ext cx="109852" cy="109852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69180" y="6140814"/>
            <a:ext cx="68364" cy="68364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80313" y="3432723"/>
            <a:ext cx="90766" cy="90766"/>
          </a:xfrm>
          <a:prstGeom prst="ellipse">
            <a:avLst/>
          </a:prstGeom>
          <a:solidFill>
            <a:srgbClr val="DE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85328" y="1437071"/>
            <a:ext cx="83164" cy="83164"/>
          </a:xfrm>
          <a:prstGeom prst="ellipse">
            <a:avLst/>
          </a:prstGeom>
          <a:solidFill>
            <a:srgbClr val="F9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22084" y="5291253"/>
            <a:ext cx="70698" cy="70698"/>
          </a:xfrm>
          <a:prstGeom prst="ellipse">
            <a:avLst/>
          </a:prstGeom>
          <a:solidFill>
            <a:srgbClr val="ABA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3794" y="1318975"/>
            <a:ext cx="100202" cy="100202"/>
          </a:xfrm>
          <a:prstGeom prst="ellipse">
            <a:avLst/>
          </a:prstGeom>
          <a:solidFill>
            <a:srgbClr val="B1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27647" y="373418"/>
            <a:ext cx="89004" cy="89004"/>
          </a:xfrm>
          <a:prstGeom prst="ellipse">
            <a:avLst/>
          </a:prstGeom>
          <a:solidFill>
            <a:srgbClr val="B7B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95181" y="970010"/>
            <a:ext cx="65166" cy="65166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38552" y="438811"/>
            <a:ext cx="111408" cy="111408"/>
          </a:xfrm>
          <a:prstGeom prst="ellipse">
            <a:avLst/>
          </a:prstGeom>
          <a:solidFill>
            <a:srgbClr val="AE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9798" y="2463956"/>
            <a:ext cx="63970" cy="63970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0720" y="6439470"/>
            <a:ext cx="47574" cy="47574"/>
          </a:xfrm>
          <a:prstGeom prst="ellipse">
            <a:avLst/>
          </a:prstGeom>
          <a:solidFill>
            <a:srgbClr val="ACA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03545" y="887341"/>
            <a:ext cx="114186" cy="114186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12943" y="59944"/>
            <a:ext cx="88840" cy="88840"/>
          </a:xfrm>
          <a:prstGeom prst="ellipse">
            <a:avLst/>
          </a:prstGeom>
          <a:solidFill>
            <a:srgbClr val="C9C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69797" y="298090"/>
            <a:ext cx="70898" cy="70898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77785" y="5048962"/>
            <a:ext cx="66642" cy="66642"/>
          </a:xfrm>
          <a:prstGeom prst="ellipse">
            <a:avLst/>
          </a:prstGeom>
          <a:solidFill>
            <a:srgbClr val="E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09636" y="3035378"/>
            <a:ext cx="101752" cy="101752"/>
          </a:xfrm>
          <a:prstGeom prst="ellipse">
            <a:avLst/>
          </a:prstGeom>
          <a:solidFill>
            <a:srgbClr val="AFA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42010" y="5081171"/>
            <a:ext cx="108808" cy="108808"/>
          </a:xfrm>
          <a:prstGeom prst="ellipse">
            <a:avLst/>
          </a:prstGeom>
          <a:solidFill>
            <a:srgbClr val="B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07665" y="1549833"/>
            <a:ext cx="94060" cy="94060"/>
          </a:xfrm>
          <a:prstGeom prst="ellipse">
            <a:avLst/>
          </a:prstGeom>
          <a:solidFill>
            <a:srgbClr val="D2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82652" y="201307"/>
            <a:ext cx="103392" cy="103392"/>
          </a:xfrm>
          <a:prstGeom prst="ellipse">
            <a:avLst/>
          </a:prstGeom>
          <a:solidFill>
            <a:srgbClr val="BAB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59133" y="5264437"/>
            <a:ext cx="81338" cy="81338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781985" y="6465424"/>
            <a:ext cx="64672" cy="64672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70466" y="4403950"/>
            <a:ext cx="96886" cy="96886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96175" y="1752347"/>
            <a:ext cx="55354" cy="55354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98405" y="4289196"/>
            <a:ext cx="82900" cy="82900"/>
          </a:xfrm>
          <a:prstGeom prst="ellipse">
            <a:avLst/>
          </a:prstGeom>
          <a:solidFill>
            <a:srgbClr val="AE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965374" y="1604105"/>
            <a:ext cx="78250" cy="78250"/>
          </a:xfrm>
          <a:prstGeom prst="ellipse">
            <a:avLst/>
          </a:prstGeom>
          <a:solidFill>
            <a:srgbClr val="CA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3060" y="1562911"/>
            <a:ext cx="103624" cy="103624"/>
          </a:xfrm>
          <a:prstGeom prst="ellipse">
            <a:avLst/>
          </a:prstGeom>
          <a:solidFill>
            <a:srgbClr val="F9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51932" y="1766005"/>
            <a:ext cx="76664" cy="76664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46607" y="1063221"/>
            <a:ext cx="73864" cy="73864"/>
          </a:xfrm>
          <a:prstGeom prst="ellipse">
            <a:avLst/>
          </a:prstGeom>
          <a:solidFill>
            <a:srgbClr val="BE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391495" y="4891020"/>
            <a:ext cx="63338" cy="63338"/>
          </a:xfrm>
          <a:prstGeom prst="ellipse">
            <a:avLst/>
          </a:prstGeom>
          <a:solidFill>
            <a:srgbClr val="B6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1930" y="5074978"/>
            <a:ext cx="53416" cy="53416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294965" y="3157198"/>
            <a:ext cx="68376" cy="68376"/>
          </a:xfrm>
          <a:prstGeom prst="ellipse">
            <a:avLst/>
          </a:prstGeom>
          <a:solidFill>
            <a:srgbClr val="FC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92679" y="4611129"/>
            <a:ext cx="101352" cy="101352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81474" y="2945097"/>
            <a:ext cx="83136" cy="83136"/>
          </a:xfrm>
          <a:prstGeom prst="ellipse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18089" y="5918304"/>
            <a:ext cx="113668" cy="113668"/>
          </a:xfrm>
          <a:prstGeom prst="ellipse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210052" y="665261"/>
            <a:ext cx="104434" cy="104434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97621" y="6476830"/>
            <a:ext cx="54394" cy="54394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23749" y="6620087"/>
            <a:ext cx="72948" cy="72948"/>
          </a:xfrm>
          <a:prstGeom prst="ellipse">
            <a:avLst/>
          </a:prstGeom>
          <a:solidFill>
            <a:srgbClr val="ACA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38227" y="2816585"/>
            <a:ext cx="53402" cy="53402"/>
          </a:xfrm>
          <a:prstGeom prst="ellipse">
            <a:avLst/>
          </a:prstGeom>
          <a:solidFill>
            <a:srgbClr val="C3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137389" y="4557502"/>
            <a:ext cx="46870" cy="46870"/>
          </a:xfrm>
          <a:prstGeom prst="ellipse">
            <a:avLst/>
          </a:prstGeom>
          <a:solidFill>
            <a:srgbClr val="E3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0240" y="4305652"/>
            <a:ext cx="79614" cy="79614"/>
          </a:xfrm>
          <a:prstGeom prst="ellipse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417270" y="103263"/>
            <a:ext cx="47486" cy="47486"/>
          </a:xfrm>
          <a:prstGeom prst="ellipse">
            <a:avLst/>
          </a:prstGeom>
          <a:solidFill>
            <a:srgbClr val="D1D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244233" y="551934"/>
            <a:ext cx="100948" cy="100948"/>
          </a:xfrm>
          <a:prstGeom prst="ellipse">
            <a:avLst/>
          </a:prstGeom>
          <a:solidFill>
            <a:srgbClr val="C2C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429142" y="2534848"/>
            <a:ext cx="98090" cy="98090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090997" y="2701084"/>
            <a:ext cx="54624" cy="54624"/>
          </a:xfrm>
          <a:prstGeom prst="ellipse">
            <a:avLst/>
          </a:prstGeom>
          <a:solidFill>
            <a:srgbClr val="B9B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529222" y="4171834"/>
            <a:ext cx="70188" cy="70188"/>
          </a:xfrm>
          <a:prstGeom prst="ellipse">
            <a:avLst/>
          </a:prstGeom>
          <a:solidFill>
            <a:srgbClr val="D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63202" y="4691216"/>
            <a:ext cx="47524" cy="47524"/>
          </a:xfrm>
          <a:prstGeom prst="ellipse">
            <a:avLst/>
          </a:prstGeom>
          <a:solidFill>
            <a:srgbClr val="FE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677211" y="330999"/>
            <a:ext cx="97350" cy="97350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22743" y="3090134"/>
            <a:ext cx="104148" cy="104148"/>
          </a:xfrm>
          <a:prstGeom prst="ellipse">
            <a:avLst/>
          </a:prstGeom>
          <a:solidFill>
            <a:srgbClr val="CCC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271516" y="5637276"/>
            <a:ext cx="704088" cy="704088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623560" y="5285232"/>
            <a:ext cx="1005840" cy="1005840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77356" y="5637276"/>
            <a:ext cx="704088" cy="704088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724144" y="5737860"/>
            <a:ext cx="804672" cy="804672"/>
          </a:xfrm>
          <a:prstGeom prst="ellipse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26974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750"/>
                </a:solidFill>
                <a:latin typeface="Georgia"/>
              </a:rPr>
              <a:t>* Agenda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0" y="12344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BEE6"/>
                </a:solidFill>
                <a:latin typeface="Calibri"/>
              </a:rPr>
              <a:t>01  Introduction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54880" y="21031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BEE6"/>
                </a:solidFill>
                <a:latin typeface="Calibri"/>
              </a:rPr>
              <a:t>02  Key Points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54880" y="297180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BEE6"/>
                </a:solidFill>
                <a:latin typeface="Calibri"/>
              </a:rPr>
              <a:t>03  Discussion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54880" y="3840479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BEE6"/>
                </a:solidFill>
                <a:latin typeface="Calibri"/>
              </a:rPr>
              <a:t>04  Next Steps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4880" y="470916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BEE6"/>
                </a:solidFill>
                <a:latin typeface="Calibri"/>
              </a:rPr>
              <a:t>05  Wrap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05541" y="3687844"/>
            <a:ext cx="72782" cy="72782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24946" y="3923687"/>
            <a:ext cx="90020" cy="90020"/>
          </a:xfrm>
          <a:prstGeom prst="ellipse">
            <a:avLst/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38872" y="1596351"/>
            <a:ext cx="118552" cy="118552"/>
          </a:xfrm>
          <a:prstGeom prst="ellipse">
            <a:avLst/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34186" y="3722908"/>
            <a:ext cx="74770" cy="74770"/>
          </a:xfrm>
          <a:prstGeom prst="ellipse">
            <a:avLst/>
          </a:prstGeom>
          <a:solidFill>
            <a:srgbClr val="B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12827" y="1046814"/>
            <a:ext cx="113446" cy="113446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45427" y="4547990"/>
            <a:ext cx="50404" cy="50404"/>
          </a:xfrm>
          <a:prstGeom prst="ellipse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1012" y="5245562"/>
            <a:ext cx="105964" cy="105964"/>
          </a:xfrm>
          <a:prstGeom prst="ellipse">
            <a:avLst/>
          </a:prstGeom>
          <a:solidFill>
            <a:srgbClr val="CCC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99328" y="4834672"/>
            <a:ext cx="110006" cy="110006"/>
          </a:xfrm>
          <a:prstGeom prst="ellipse">
            <a:avLst/>
          </a:prstGeom>
          <a:solidFill>
            <a:srgbClr val="E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83442" y="5398480"/>
            <a:ext cx="78244" cy="78244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91234" y="714126"/>
            <a:ext cx="55666" cy="55666"/>
          </a:xfrm>
          <a:prstGeom prst="ellipse">
            <a:avLst/>
          </a:prstGeom>
          <a:solidFill>
            <a:srgbClr val="C5C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30353" y="4526044"/>
            <a:ext cx="102702" cy="102702"/>
          </a:xfrm>
          <a:prstGeom prst="ellipse">
            <a:avLst/>
          </a:prstGeom>
          <a:solidFill>
            <a:srgbClr val="D0D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92371" y="5611144"/>
            <a:ext cx="87710" cy="87710"/>
          </a:xfrm>
          <a:prstGeom prst="ellipse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3900" y="3935458"/>
            <a:ext cx="111864" cy="111864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02542" y="6659002"/>
            <a:ext cx="94824" cy="94824"/>
          </a:xfrm>
          <a:prstGeom prst="ellipse">
            <a:avLst/>
          </a:prstGeom>
          <a:solidFill>
            <a:srgbClr val="BE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7233" y="2227459"/>
            <a:ext cx="85350" cy="85350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77991" y="4825672"/>
            <a:ext cx="61164" cy="61164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50264" y="881568"/>
            <a:ext cx="80978" cy="80978"/>
          </a:xfrm>
          <a:prstGeom prst="ellipse">
            <a:avLst/>
          </a:prstGeom>
          <a:solidFill>
            <a:srgbClr val="FB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95827" y="630166"/>
            <a:ext cx="104284" cy="104284"/>
          </a:xfrm>
          <a:prstGeom prst="ellipse">
            <a:avLst/>
          </a:prstGeom>
          <a:solidFill>
            <a:srgbClr val="DE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98948" y="187296"/>
            <a:ext cx="76966" cy="76966"/>
          </a:xfrm>
          <a:prstGeom prst="ellipse">
            <a:avLst/>
          </a:prstGeom>
          <a:solidFill>
            <a:srgbClr val="DF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00664" y="341076"/>
            <a:ext cx="90674" cy="90674"/>
          </a:xfrm>
          <a:prstGeom prst="ellipse">
            <a:avLst/>
          </a:prstGeom>
          <a:solidFill>
            <a:srgbClr val="AFA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4020" y="3962557"/>
            <a:ext cx="86014" cy="86014"/>
          </a:xfrm>
          <a:prstGeom prst="ellipse">
            <a:avLst/>
          </a:prstGeom>
          <a:solidFill>
            <a:srgbClr val="CD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11502" y="6722421"/>
            <a:ext cx="68372" cy="68372"/>
          </a:xfrm>
          <a:prstGeom prst="ellipse">
            <a:avLst/>
          </a:prstGeom>
          <a:solidFill>
            <a:srgbClr val="B3B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8996" y="3608922"/>
            <a:ext cx="115132" cy="115132"/>
          </a:xfrm>
          <a:prstGeom prst="ellipse">
            <a:avLst/>
          </a:prstGeom>
          <a:solidFill>
            <a:srgbClr val="DE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36472" y="1801400"/>
            <a:ext cx="96174" cy="96174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95046" y="6434950"/>
            <a:ext cx="111312" cy="111312"/>
          </a:xfrm>
          <a:prstGeom prst="ellipse">
            <a:avLst/>
          </a:prstGeom>
          <a:solidFill>
            <a:srgbClr val="DA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67422" y="5861085"/>
            <a:ext cx="73970" cy="73970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90100" y="717681"/>
            <a:ext cx="116888" cy="116888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92218" y="4276370"/>
            <a:ext cx="98068" cy="98068"/>
          </a:xfrm>
          <a:prstGeom prst="ellipse">
            <a:avLst/>
          </a:prstGeom>
          <a:solidFill>
            <a:srgbClr val="D0D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97503" y="1781233"/>
            <a:ext cx="67884" cy="67884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4613" y="2818946"/>
            <a:ext cx="88144" cy="88144"/>
          </a:xfrm>
          <a:prstGeom prst="ellipse">
            <a:avLst/>
          </a:prstGeom>
          <a:solidFill>
            <a:srgbClr val="ACA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3862" y="3996707"/>
            <a:ext cx="55468" cy="55468"/>
          </a:xfrm>
          <a:prstGeom prst="ellipse">
            <a:avLst/>
          </a:prstGeom>
          <a:solidFill>
            <a:srgbClr val="FB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58428" y="3156012"/>
            <a:ext cx="95410" cy="95410"/>
          </a:xfrm>
          <a:prstGeom prst="ellipse">
            <a:avLst/>
          </a:prstGeom>
          <a:solidFill>
            <a:srgbClr val="D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44037" y="1912529"/>
            <a:ext cx="81528" cy="81528"/>
          </a:xfrm>
          <a:prstGeom prst="ellipse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8974" y="4545863"/>
            <a:ext cx="116186" cy="116186"/>
          </a:xfrm>
          <a:prstGeom prst="ellipse">
            <a:avLst/>
          </a:prstGeom>
          <a:solidFill>
            <a:srgbClr val="CA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68800" y="2040015"/>
            <a:ext cx="89716" cy="89716"/>
          </a:xfrm>
          <a:prstGeom prst="ellipse">
            <a:avLst/>
          </a:prstGeom>
          <a:solidFill>
            <a:srgbClr val="C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14764" y="2142192"/>
            <a:ext cx="72724" cy="72724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28750" y="5320079"/>
            <a:ext cx="53390" cy="53390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699519" y="4627772"/>
            <a:ext cx="55332" cy="55332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725550" y="5425362"/>
            <a:ext cx="63180" cy="63180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87311" y="4400782"/>
            <a:ext cx="52816" cy="52816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894807" y="2265938"/>
            <a:ext cx="106694" cy="106694"/>
          </a:xfrm>
          <a:prstGeom prst="ellipse">
            <a:avLst/>
          </a:prstGeom>
          <a:solidFill>
            <a:srgbClr val="E2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65539" y="6478382"/>
            <a:ext cx="51568" cy="51568"/>
          </a:xfrm>
          <a:prstGeom prst="ellipse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670262" y="3852831"/>
            <a:ext cx="65514" cy="65514"/>
          </a:xfrm>
          <a:prstGeom prst="ellipse">
            <a:avLst/>
          </a:prstGeom>
          <a:solidFill>
            <a:srgbClr val="B9B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3236" y="6449022"/>
            <a:ext cx="68772" cy="68772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238169" y="1898690"/>
            <a:ext cx="104770" cy="104770"/>
          </a:xfrm>
          <a:prstGeom prst="ellipse">
            <a:avLst/>
          </a:prstGeom>
          <a:solidFill>
            <a:srgbClr val="FC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71601" y="4181135"/>
            <a:ext cx="88840" cy="88840"/>
          </a:xfrm>
          <a:prstGeom prst="ellipse">
            <a:avLst/>
          </a:prstGeom>
          <a:solidFill>
            <a:srgbClr val="DF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555740" y="5357785"/>
            <a:ext cx="65556" cy="65556"/>
          </a:xfrm>
          <a:prstGeom prst="ellipse">
            <a:avLst/>
          </a:prstGeom>
          <a:solidFill>
            <a:srgbClr val="D6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644399" y="1986239"/>
            <a:ext cx="87294" cy="87294"/>
          </a:xfrm>
          <a:prstGeom prst="ellipse">
            <a:avLst/>
          </a:prstGeom>
          <a:solidFill>
            <a:srgbClr val="AE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096094" y="1109714"/>
            <a:ext cx="46060" cy="46060"/>
          </a:xfrm>
          <a:prstGeom prst="ellipse">
            <a:avLst/>
          </a:prstGeom>
          <a:solidFill>
            <a:srgbClr val="F9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855710" y="2933180"/>
            <a:ext cx="115226" cy="115226"/>
          </a:xfrm>
          <a:prstGeom prst="ellipse">
            <a:avLst/>
          </a:prstGeom>
          <a:solidFill>
            <a:srgbClr val="C6C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8152" y="3089360"/>
            <a:ext cx="100830" cy="100830"/>
          </a:xfrm>
          <a:prstGeom prst="ellipse">
            <a:avLst/>
          </a:prstGeom>
          <a:solidFill>
            <a:srgbClr val="EC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575854" y="3666376"/>
            <a:ext cx="110802" cy="110802"/>
          </a:xfrm>
          <a:prstGeom prst="ellipse">
            <a:avLst/>
          </a:prstGeom>
          <a:solidFill>
            <a:srgbClr val="B2B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41638" y="6545494"/>
            <a:ext cx="54496" cy="54496"/>
          </a:xfrm>
          <a:prstGeom prst="ellipse">
            <a:avLst/>
          </a:prstGeom>
          <a:solidFill>
            <a:srgbClr val="C9C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3166" y="6074908"/>
            <a:ext cx="96464" cy="96464"/>
          </a:xfrm>
          <a:prstGeom prst="ellipse">
            <a:avLst/>
          </a:prstGeom>
          <a:solidFill>
            <a:srgbClr val="C3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787133" y="6052915"/>
            <a:ext cx="87924" cy="87924"/>
          </a:xfrm>
          <a:prstGeom prst="ellipse">
            <a:avLst/>
          </a:prstGeom>
          <a:solidFill>
            <a:srgbClr val="ABA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812474" y="856623"/>
            <a:ext cx="82528" cy="82528"/>
          </a:xfrm>
          <a:prstGeom prst="ellipse">
            <a:avLst/>
          </a:prstGeom>
          <a:solidFill>
            <a:srgbClr val="C8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94040" y="3557645"/>
            <a:ext cx="75986" cy="75986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393650" y="870126"/>
            <a:ext cx="116822" cy="116822"/>
          </a:xfrm>
          <a:prstGeom prst="ellipse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771889" y="5277826"/>
            <a:ext cx="71456" cy="71456"/>
          </a:xfrm>
          <a:prstGeom prst="ellipse">
            <a:avLst/>
          </a:prstGeom>
          <a:solidFill>
            <a:srgbClr val="C3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528261" y="5989307"/>
            <a:ext cx="54440" cy="54440"/>
          </a:xfrm>
          <a:prstGeom prst="ellipse">
            <a:avLst/>
          </a:prstGeom>
          <a:solidFill>
            <a:srgbClr val="C8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522250" y="6192000"/>
            <a:ext cx="104684" cy="104684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893543" y="3864734"/>
            <a:ext cx="75000" cy="75000"/>
          </a:xfrm>
          <a:prstGeom prst="ellipse">
            <a:avLst/>
          </a:prstGeom>
          <a:solidFill>
            <a:srgbClr val="CCC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23373" y="4175391"/>
            <a:ext cx="83734" cy="83734"/>
          </a:xfrm>
          <a:prstGeom prst="ellipse">
            <a:avLst/>
          </a:prstGeom>
          <a:solidFill>
            <a:srgbClr val="B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733213" y="5251729"/>
            <a:ext cx="45852" cy="45852"/>
          </a:xfrm>
          <a:prstGeom prst="ellipse">
            <a:avLst/>
          </a:prstGeom>
          <a:solidFill>
            <a:srgbClr val="B1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353144" y="375047"/>
            <a:ext cx="49364" cy="49364"/>
          </a:xfrm>
          <a:prstGeom prst="ellipse">
            <a:avLst/>
          </a:prstGeom>
          <a:solidFill>
            <a:srgbClr val="E7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16952" y="0"/>
            <a:ext cx="4572000" cy="6858000"/>
          </a:xfrm>
          <a:prstGeom prst="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50"/>
                </a:solidFill>
                <a:latin typeface="Georgia"/>
              </a:rPr>
              <a:t>* Introduction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1508760"/>
            <a:ext cx="6812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BEE6"/>
                </a:solidFill>
                <a:latin typeface="Calibri"/>
              </a:rPr>
              <a:t>About This Presentation
Add a brief introduction here. Describe the purpose, scope, and key themes of your work.
Give your audience the context they need before the main content.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09560" y="320040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CB4FF"/>
                </a:solidFill>
                <a:latin typeface="Calibri"/>
              </a:rPr>
              <a:t>[ Visual / Image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81629" y="742739"/>
            <a:ext cx="74692" cy="74692"/>
          </a:xfrm>
          <a:prstGeom prst="ellipse">
            <a:avLst/>
          </a:prstGeom>
          <a:solidFill>
            <a:srgbClr val="B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7764" y="180768"/>
            <a:ext cx="85908" cy="85908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8793" y="5168015"/>
            <a:ext cx="61954" cy="61954"/>
          </a:xfrm>
          <a:prstGeom prst="ellipse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53581" y="5243232"/>
            <a:ext cx="106206" cy="106206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06487" y="6229273"/>
            <a:ext cx="106356" cy="106356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45523" y="1348452"/>
            <a:ext cx="68386" cy="68386"/>
          </a:xfrm>
          <a:prstGeom prst="ellipse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6878" y="6451821"/>
            <a:ext cx="107790" cy="107790"/>
          </a:xfrm>
          <a:prstGeom prst="ellipse">
            <a:avLst/>
          </a:prstGeom>
          <a:solidFill>
            <a:srgbClr val="D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2778" y="4088146"/>
            <a:ext cx="94856" cy="94856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39505" y="1709244"/>
            <a:ext cx="66202" cy="66202"/>
          </a:xfrm>
          <a:prstGeom prst="ellipse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25501" y="106038"/>
            <a:ext cx="67076" cy="67076"/>
          </a:xfrm>
          <a:prstGeom prst="ellipse">
            <a:avLst/>
          </a:prstGeom>
          <a:solidFill>
            <a:srgbClr val="D1D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11854" y="3446886"/>
            <a:ext cx="76000" cy="76000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12336" y="3073014"/>
            <a:ext cx="62780" cy="62780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00636" y="355507"/>
            <a:ext cx="49108" cy="49108"/>
          </a:xfrm>
          <a:prstGeom prst="ellipse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993236" y="3508412"/>
            <a:ext cx="93122" cy="93122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03804" y="4563704"/>
            <a:ext cx="50580" cy="50580"/>
          </a:xfrm>
          <a:prstGeom prst="ellipse">
            <a:avLst/>
          </a:prstGeom>
          <a:solidFill>
            <a:srgbClr val="C3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68526" y="3006603"/>
            <a:ext cx="59158" cy="59158"/>
          </a:xfrm>
          <a:prstGeom prst="ellipse">
            <a:avLst/>
          </a:prstGeom>
          <a:solidFill>
            <a:srgbClr val="E1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95509" y="2188655"/>
            <a:ext cx="86576" cy="86576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9805" y="471464"/>
            <a:ext cx="62462" cy="62462"/>
          </a:xfrm>
          <a:prstGeom prst="ellipse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28510" y="1641259"/>
            <a:ext cx="69938" cy="69938"/>
          </a:xfrm>
          <a:prstGeom prst="ellipse">
            <a:avLst/>
          </a:prstGeom>
          <a:solidFill>
            <a:srgbClr val="C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40396" y="226910"/>
            <a:ext cx="71840" cy="71840"/>
          </a:xfrm>
          <a:prstGeom prst="ellipse">
            <a:avLst/>
          </a:prstGeom>
          <a:solidFill>
            <a:srgbClr val="B4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73698" y="6414690"/>
            <a:ext cx="99476" cy="99476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1109" y="1962334"/>
            <a:ext cx="116384" cy="116384"/>
          </a:xfrm>
          <a:prstGeom prst="ellipse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62250" y="6342581"/>
            <a:ext cx="91110" cy="91110"/>
          </a:xfrm>
          <a:prstGeom prst="ellipse">
            <a:avLst/>
          </a:prstGeom>
          <a:solidFill>
            <a:srgbClr val="B3B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66991" y="1330055"/>
            <a:ext cx="78208" cy="78208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57995" y="4059894"/>
            <a:ext cx="57344" cy="57344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4934" y="361404"/>
            <a:ext cx="58124" cy="58124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97435" y="3867047"/>
            <a:ext cx="77856" cy="77856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44784" y="1454279"/>
            <a:ext cx="50060" cy="50060"/>
          </a:xfrm>
          <a:prstGeom prst="ellipse">
            <a:avLst/>
          </a:prstGeom>
          <a:solidFill>
            <a:srgbClr val="B1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62791" y="4008345"/>
            <a:ext cx="116722" cy="116722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9305" y="3334736"/>
            <a:ext cx="63938" cy="63938"/>
          </a:xfrm>
          <a:prstGeom prst="ellipse">
            <a:avLst/>
          </a:prstGeom>
          <a:solidFill>
            <a:srgbClr val="AE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04945" y="3573029"/>
            <a:ext cx="102324" cy="102324"/>
          </a:xfrm>
          <a:prstGeom prst="ellipse">
            <a:avLst/>
          </a:prstGeom>
          <a:solidFill>
            <a:srgbClr val="DE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66627" y="1397969"/>
            <a:ext cx="60480" cy="60480"/>
          </a:xfrm>
          <a:prstGeom prst="ellipse">
            <a:avLst/>
          </a:prstGeom>
          <a:solidFill>
            <a:srgbClr val="E2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71872" y="299280"/>
            <a:ext cx="76532" cy="76532"/>
          </a:xfrm>
          <a:prstGeom prst="ellipse">
            <a:avLst/>
          </a:prstGeom>
          <a:solidFill>
            <a:srgbClr val="C9C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16088" y="2916552"/>
            <a:ext cx="61500" cy="61500"/>
          </a:xfrm>
          <a:prstGeom prst="ellipse">
            <a:avLst/>
          </a:prstGeom>
          <a:solidFill>
            <a:srgbClr val="C2C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8843" y="1757823"/>
            <a:ext cx="63450" cy="63450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10299" y="2843433"/>
            <a:ext cx="64862" cy="64862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2091" y="6242634"/>
            <a:ext cx="87076" cy="87076"/>
          </a:xfrm>
          <a:prstGeom prst="ellipse">
            <a:avLst/>
          </a:prstGeom>
          <a:solidFill>
            <a:srgbClr val="F2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71598" y="6058624"/>
            <a:ext cx="93558" cy="93558"/>
          </a:xfrm>
          <a:prstGeom prst="ellipse">
            <a:avLst/>
          </a:prstGeom>
          <a:solidFill>
            <a:srgbClr val="AFA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81764" y="681042"/>
            <a:ext cx="61148" cy="61148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34192" y="6227933"/>
            <a:ext cx="70342" cy="70342"/>
          </a:xfrm>
          <a:prstGeom prst="ellipse">
            <a:avLst/>
          </a:prstGeom>
          <a:solidFill>
            <a:srgbClr val="FE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01741" y="6069322"/>
            <a:ext cx="68764" cy="68764"/>
          </a:xfrm>
          <a:prstGeom prst="ellipse">
            <a:avLst/>
          </a:prstGeom>
          <a:solidFill>
            <a:srgbClr val="DF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68499" y="4413906"/>
            <a:ext cx="95898" cy="95898"/>
          </a:xfrm>
          <a:prstGeom prst="ellipse">
            <a:avLst/>
          </a:prstGeom>
          <a:solidFill>
            <a:srgbClr val="CCC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05561" y="2668285"/>
            <a:ext cx="82030" cy="82030"/>
          </a:xfrm>
          <a:prstGeom prst="ellipse">
            <a:avLst/>
          </a:prstGeom>
          <a:solidFill>
            <a:srgbClr val="CD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587693" y="4528280"/>
            <a:ext cx="48978" cy="48978"/>
          </a:xfrm>
          <a:prstGeom prst="ellipse">
            <a:avLst/>
          </a:prstGeom>
          <a:solidFill>
            <a:srgbClr val="F9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573044" y="6509264"/>
            <a:ext cx="94526" cy="94526"/>
          </a:xfrm>
          <a:prstGeom prst="ellipse">
            <a:avLst/>
          </a:prstGeom>
          <a:solidFill>
            <a:srgbClr val="B1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73961" y="4643087"/>
            <a:ext cx="79704" cy="79704"/>
          </a:xfrm>
          <a:prstGeom prst="ellipse">
            <a:avLst/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02576" y="6251633"/>
            <a:ext cx="61706" cy="61706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576100" y="1092543"/>
            <a:ext cx="90342" cy="90342"/>
          </a:xfrm>
          <a:prstGeom prst="ellipse">
            <a:avLst/>
          </a:prstGeom>
          <a:solidFill>
            <a:srgbClr val="CA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428147" y="5445938"/>
            <a:ext cx="102994" cy="102994"/>
          </a:xfrm>
          <a:prstGeom prst="ellipse">
            <a:avLst/>
          </a:prstGeom>
          <a:solidFill>
            <a:srgbClr val="C6C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656743" y="5926681"/>
            <a:ext cx="60472" cy="60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334353" y="5511124"/>
            <a:ext cx="86858" cy="86858"/>
          </a:xfrm>
          <a:prstGeom prst="ellipse">
            <a:avLst/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028959" y="3000356"/>
            <a:ext cx="51498" cy="51498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411767" y="3802631"/>
            <a:ext cx="64516" cy="64516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32059" y="568367"/>
            <a:ext cx="110024" cy="110024"/>
          </a:xfrm>
          <a:prstGeom prst="ellipse">
            <a:avLst/>
          </a:prstGeom>
          <a:solidFill>
            <a:srgbClr val="ABA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622765" y="2381530"/>
            <a:ext cx="51186" cy="51186"/>
          </a:xfrm>
          <a:prstGeom prst="ellipse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468406" y="1403615"/>
            <a:ext cx="117156" cy="117156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2653" y="3281698"/>
            <a:ext cx="116404" cy="116404"/>
          </a:xfrm>
          <a:prstGeom prst="ellipse">
            <a:avLst/>
          </a:prstGeom>
          <a:solidFill>
            <a:srgbClr val="B6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64062" y="6152157"/>
            <a:ext cx="104120" cy="104120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175953" y="2933894"/>
            <a:ext cx="108472" cy="108472"/>
          </a:xfrm>
          <a:prstGeom prst="ellipse">
            <a:avLst/>
          </a:prstGeom>
          <a:solidFill>
            <a:srgbClr val="E2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3002" y="5944366"/>
            <a:ext cx="60046" cy="60046"/>
          </a:xfrm>
          <a:prstGeom prst="ellipse">
            <a:avLst/>
          </a:prstGeom>
          <a:solidFill>
            <a:srgbClr val="D0D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201395" y="3259488"/>
            <a:ext cx="54364" cy="54364"/>
          </a:xfrm>
          <a:prstGeom prst="ellipse">
            <a:avLst/>
          </a:prstGeom>
          <a:solidFill>
            <a:srgbClr val="F1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067078" y="5898101"/>
            <a:ext cx="58620" cy="58620"/>
          </a:xfrm>
          <a:prstGeom prst="ellipse">
            <a:avLst/>
          </a:prstGeom>
          <a:solidFill>
            <a:srgbClr val="B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970804" y="5798533"/>
            <a:ext cx="64636" cy="64636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68138" y="94302"/>
            <a:ext cx="68530" cy="68530"/>
          </a:xfrm>
          <a:prstGeom prst="ellipse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374294" y="5294712"/>
            <a:ext cx="89684" cy="89684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44175" y="1675929"/>
            <a:ext cx="107720" cy="107720"/>
          </a:xfrm>
          <a:prstGeom prst="ellipse">
            <a:avLst/>
          </a:prstGeom>
          <a:solidFill>
            <a:srgbClr val="D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82592" y="1241261"/>
            <a:ext cx="108918" cy="108918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163467" y="4125840"/>
            <a:ext cx="68636" cy="68636"/>
          </a:xfrm>
          <a:prstGeom prst="ellipse">
            <a:avLst/>
          </a:prstGeom>
          <a:solidFill>
            <a:srgbClr val="E5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407042" y="3828049"/>
            <a:ext cx="114244" cy="114244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77797" y="4144257"/>
            <a:ext cx="78056" cy="78056"/>
          </a:xfrm>
          <a:prstGeom prst="ellipse">
            <a:avLst/>
          </a:prstGeom>
          <a:solidFill>
            <a:srgbClr val="BCB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047498" y="4018154"/>
            <a:ext cx="117840" cy="117840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659526" y="614414"/>
            <a:ext cx="56248" cy="56248"/>
          </a:xfrm>
          <a:prstGeom prst="ellipse">
            <a:avLst/>
          </a:prstGeom>
          <a:solidFill>
            <a:srgbClr val="F9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183204" y="6075354"/>
            <a:ext cx="72930" cy="72930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546056" y="4541758"/>
            <a:ext cx="110330" cy="110330"/>
          </a:xfrm>
          <a:prstGeom prst="ellipse">
            <a:avLst/>
          </a:prstGeom>
          <a:solidFill>
            <a:srgbClr val="B3B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883979" y="6311176"/>
            <a:ext cx="58862" cy="58862"/>
          </a:xfrm>
          <a:prstGeom prst="ellipse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91052" y="1201901"/>
            <a:ext cx="110334" cy="110334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9001" y="6375537"/>
            <a:ext cx="106418" cy="106418"/>
          </a:xfrm>
          <a:prstGeom prst="ellipse">
            <a:avLst/>
          </a:prstGeom>
          <a:solidFill>
            <a:srgbClr val="D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2542" y="6426392"/>
            <a:ext cx="57312" cy="57312"/>
          </a:xfrm>
          <a:prstGeom prst="ellipse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855643" y="4444583"/>
            <a:ext cx="118324" cy="118324"/>
          </a:xfrm>
          <a:prstGeom prst="ellipse">
            <a:avLst/>
          </a:prstGeom>
          <a:solidFill>
            <a:srgbClr val="B3B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71091" y="6528984"/>
            <a:ext cx="54264" cy="54264"/>
          </a:xfrm>
          <a:prstGeom prst="ellipse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799787" y="5976787"/>
            <a:ext cx="61972" cy="61972"/>
          </a:xfrm>
          <a:prstGeom prst="ellipse">
            <a:avLst/>
          </a:prstGeom>
          <a:solidFill>
            <a:srgbClr val="FE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681638" y="6247048"/>
            <a:ext cx="75426" cy="75426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904625" y="3330205"/>
            <a:ext cx="61894" cy="61894"/>
          </a:xfrm>
          <a:prstGeom prst="ellipse">
            <a:avLst/>
          </a:prstGeom>
          <a:solidFill>
            <a:srgbClr val="D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805157" y="2225865"/>
            <a:ext cx="91570" cy="91570"/>
          </a:xfrm>
          <a:prstGeom prst="ellipse">
            <a:avLst/>
          </a:prstGeom>
          <a:solidFill>
            <a:srgbClr val="E3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22936" y="2725421"/>
            <a:ext cx="75028" cy="75028"/>
          </a:xfrm>
          <a:prstGeom prst="ellipse">
            <a:avLst/>
          </a:prstGeom>
          <a:solidFill>
            <a:srgbClr val="D2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467291" y="2815340"/>
            <a:ext cx="46684" cy="46684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797455" y="3108832"/>
            <a:ext cx="86768" cy="86768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909279" y="2661819"/>
            <a:ext cx="47762" cy="47762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43600" y="6532615"/>
            <a:ext cx="117980" cy="117980"/>
          </a:xfrm>
          <a:prstGeom prst="ellipse">
            <a:avLst/>
          </a:prstGeom>
          <a:solidFill>
            <a:srgbClr val="D6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297986" y="2149458"/>
            <a:ext cx="52400" cy="52400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2331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CB4FF"/>
                </a:solidFill>
                <a:latin typeface="Calibri"/>
              </a:rPr>
              <a:t>Chapter 01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297180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D750"/>
                </a:solidFill>
                <a:latin typeface="Georgia"/>
              </a:rPr>
              <a:t>Section Title Here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0" y="4343400"/>
            <a:ext cx="5788152" cy="41148"/>
          </a:xfrm>
          <a:prstGeom prst="rect">
            <a:avLst/>
          </a:prstGeom>
          <a:solidFill>
            <a:srgbClr val="FFD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01011" y="4991013"/>
            <a:ext cx="103888" cy="103888"/>
          </a:xfrm>
          <a:prstGeom prst="ellipse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9749" y="245163"/>
            <a:ext cx="79780" cy="79780"/>
          </a:xfrm>
          <a:prstGeom prst="ellipse">
            <a:avLst/>
          </a:prstGeom>
          <a:solidFill>
            <a:srgbClr val="C9C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38272" y="6078058"/>
            <a:ext cx="54000" cy="54000"/>
          </a:xfrm>
          <a:prstGeom prst="ellipse">
            <a:avLst/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7646" y="2606455"/>
            <a:ext cx="53178" cy="53178"/>
          </a:xfrm>
          <a:prstGeom prst="ellipse">
            <a:avLst/>
          </a:prstGeom>
          <a:solidFill>
            <a:srgbClr val="C9C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5448" y="1505055"/>
            <a:ext cx="66164" cy="66164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75346" y="5384556"/>
            <a:ext cx="55870" cy="55870"/>
          </a:xfrm>
          <a:prstGeom prst="ellipse">
            <a:avLst/>
          </a:prstGeom>
          <a:solidFill>
            <a:srgbClr val="F9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61542" y="915739"/>
            <a:ext cx="116848" cy="116848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41649" y="1471009"/>
            <a:ext cx="117586" cy="117586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14340" y="6466838"/>
            <a:ext cx="85164" cy="85164"/>
          </a:xfrm>
          <a:prstGeom prst="ellipse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96300" y="6324447"/>
            <a:ext cx="96240" cy="96240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41594" y="2473496"/>
            <a:ext cx="57860" cy="57860"/>
          </a:xfrm>
          <a:prstGeom prst="ellipse">
            <a:avLst/>
          </a:prstGeom>
          <a:solidFill>
            <a:srgbClr val="BCB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98791" y="2253851"/>
            <a:ext cx="105514" cy="105514"/>
          </a:xfrm>
          <a:prstGeom prst="ellipse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747" y="4581514"/>
            <a:ext cx="70436" cy="70436"/>
          </a:xfrm>
          <a:prstGeom prst="ellipse">
            <a:avLst/>
          </a:prstGeom>
          <a:solidFill>
            <a:srgbClr val="D1D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9733" y="2086123"/>
            <a:ext cx="96664" cy="96664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30837" y="4770247"/>
            <a:ext cx="49888" cy="49888"/>
          </a:xfrm>
          <a:prstGeom prst="ellipse">
            <a:avLst/>
          </a:prstGeom>
          <a:solidFill>
            <a:srgbClr val="ACA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24163" y="2441110"/>
            <a:ext cx="75294" cy="75294"/>
          </a:xfrm>
          <a:prstGeom prst="ellipse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83454" y="2491746"/>
            <a:ext cx="88038" cy="88038"/>
          </a:xfrm>
          <a:prstGeom prst="ellipse">
            <a:avLst/>
          </a:prstGeom>
          <a:solidFill>
            <a:srgbClr val="ABA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69962" y="4770139"/>
            <a:ext cx="91344" cy="91344"/>
          </a:xfrm>
          <a:prstGeom prst="ellipse">
            <a:avLst/>
          </a:prstGeom>
          <a:solidFill>
            <a:srgbClr val="C3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64311" y="1681265"/>
            <a:ext cx="105666" cy="105666"/>
          </a:xfrm>
          <a:prstGeom prst="ellipse">
            <a:avLst/>
          </a:prstGeom>
          <a:solidFill>
            <a:srgbClr val="E5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74614" y="2417676"/>
            <a:ext cx="84102" cy="84102"/>
          </a:xfrm>
          <a:prstGeom prst="ellipse">
            <a:avLst/>
          </a:prstGeom>
          <a:solidFill>
            <a:srgbClr val="E5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33747" y="5035067"/>
            <a:ext cx="104038" cy="104038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4042" y="6378575"/>
            <a:ext cx="52388" cy="52388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06765" y="2483728"/>
            <a:ext cx="56560" cy="56560"/>
          </a:xfrm>
          <a:prstGeom prst="ellipse">
            <a:avLst/>
          </a:prstGeom>
          <a:solidFill>
            <a:srgbClr val="CD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27782" y="3696053"/>
            <a:ext cx="68576" cy="68576"/>
          </a:xfrm>
          <a:prstGeom prst="ellipse">
            <a:avLst/>
          </a:prstGeom>
          <a:solidFill>
            <a:srgbClr val="D2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13167" y="5377563"/>
            <a:ext cx="91572" cy="91572"/>
          </a:xfrm>
          <a:prstGeom prst="ellipse">
            <a:avLst/>
          </a:prstGeom>
          <a:solidFill>
            <a:srgbClr val="D1D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006236" y="1145033"/>
            <a:ext cx="49270" cy="49270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50872" y="2769251"/>
            <a:ext cx="63080" cy="63080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63421" y="1714945"/>
            <a:ext cx="93338" cy="93338"/>
          </a:xfrm>
          <a:prstGeom prst="ellipse">
            <a:avLst/>
          </a:prstGeom>
          <a:solidFill>
            <a:srgbClr val="BCB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4680" y="6182256"/>
            <a:ext cx="48112" cy="48112"/>
          </a:xfrm>
          <a:prstGeom prst="ellipse">
            <a:avLst/>
          </a:prstGeom>
          <a:solidFill>
            <a:srgbClr val="E9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35773" y="1414837"/>
            <a:ext cx="117504" cy="117504"/>
          </a:xfrm>
          <a:prstGeom prst="ellipse">
            <a:avLst/>
          </a:prstGeom>
          <a:solidFill>
            <a:srgbClr val="F2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17053" y="4247748"/>
            <a:ext cx="103364" cy="103364"/>
          </a:xfrm>
          <a:prstGeom prst="ellipse">
            <a:avLst/>
          </a:prstGeom>
          <a:solidFill>
            <a:srgbClr val="B7B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88675" y="2556234"/>
            <a:ext cx="50018" cy="50018"/>
          </a:xfrm>
          <a:prstGeom prst="ellipse">
            <a:avLst/>
          </a:prstGeom>
          <a:solidFill>
            <a:srgbClr val="DF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63487" y="3056893"/>
            <a:ext cx="118820" cy="118820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741969" y="3078159"/>
            <a:ext cx="81428" cy="81428"/>
          </a:xfrm>
          <a:prstGeom prst="ellipse">
            <a:avLst/>
          </a:prstGeom>
          <a:solidFill>
            <a:srgbClr val="D2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92088" y="1996421"/>
            <a:ext cx="75258" cy="75258"/>
          </a:xfrm>
          <a:prstGeom prst="ellipse">
            <a:avLst/>
          </a:prstGeom>
          <a:solidFill>
            <a:srgbClr val="BCB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397450" y="5536446"/>
            <a:ext cx="84618" cy="84618"/>
          </a:xfrm>
          <a:prstGeom prst="ellipse">
            <a:avLst/>
          </a:prstGeom>
          <a:solidFill>
            <a:srgbClr val="C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66387" y="3389237"/>
            <a:ext cx="70480" cy="70480"/>
          </a:xfrm>
          <a:prstGeom prst="ellipse">
            <a:avLst/>
          </a:prstGeom>
          <a:solidFill>
            <a:srgbClr val="B5B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40371" y="3487413"/>
            <a:ext cx="85814" cy="85814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68434" y="5287033"/>
            <a:ext cx="102404" cy="102404"/>
          </a:xfrm>
          <a:prstGeom prst="ellipse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09325" y="5125967"/>
            <a:ext cx="72304" cy="72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04651" y="3282433"/>
            <a:ext cx="102028" cy="102028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524232" y="2332076"/>
            <a:ext cx="58788" cy="58788"/>
          </a:xfrm>
          <a:prstGeom prst="ellipse">
            <a:avLst/>
          </a:prstGeom>
          <a:solidFill>
            <a:srgbClr val="ABA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38175" y="5221313"/>
            <a:ext cx="69560" cy="69560"/>
          </a:xfrm>
          <a:prstGeom prst="ellipse">
            <a:avLst/>
          </a:prstGeom>
          <a:solidFill>
            <a:srgbClr val="CD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590279" y="5496334"/>
            <a:ext cx="93080" cy="93080"/>
          </a:xfrm>
          <a:prstGeom prst="ellipse">
            <a:avLst/>
          </a:prstGeom>
          <a:solidFill>
            <a:srgbClr val="D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208777" y="4340792"/>
            <a:ext cx="99692" cy="99692"/>
          </a:xfrm>
          <a:prstGeom prst="ellipse">
            <a:avLst/>
          </a:prstGeom>
          <a:solidFill>
            <a:srgbClr val="DE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229827" y="5663085"/>
            <a:ext cx="109354" cy="109354"/>
          </a:xfrm>
          <a:prstGeom prst="ellipse">
            <a:avLst/>
          </a:prstGeom>
          <a:solidFill>
            <a:srgbClr val="E3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742245" y="6434491"/>
            <a:ext cx="83622" cy="83622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796859" y="1381372"/>
            <a:ext cx="72202" cy="72202"/>
          </a:xfrm>
          <a:prstGeom prst="ellipse">
            <a:avLst/>
          </a:prstGeom>
          <a:solidFill>
            <a:srgbClr val="E7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432299" y="570287"/>
            <a:ext cx="94794" cy="94794"/>
          </a:xfrm>
          <a:prstGeom prst="ellipse">
            <a:avLst/>
          </a:prstGeom>
          <a:solidFill>
            <a:srgbClr val="DF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105586" y="5256410"/>
            <a:ext cx="88208" cy="882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265517" y="2068678"/>
            <a:ext cx="86188" cy="86188"/>
          </a:xfrm>
          <a:prstGeom prst="ellipse">
            <a:avLst/>
          </a:prstGeom>
          <a:solidFill>
            <a:srgbClr val="FB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304116" y="6709957"/>
            <a:ext cx="60028" cy="60028"/>
          </a:xfrm>
          <a:prstGeom prst="ellipse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43968" y="4400178"/>
            <a:ext cx="61742" cy="61742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08238" y="330763"/>
            <a:ext cx="80216" cy="80216"/>
          </a:xfrm>
          <a:prstGeom prst="ellipse">
            <a:avLst/>
          </a:prstGeom>
          <a:solidFill>
            <a:srgbClr val="C6C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049932" y="6017464"/>
            <a:ext cx="53826" cy="53826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835016" y="3713490"/>
            <a:ext cx="76112" cy="76112"/>
          </a:xfrm>
          <a:prstGeom prst="ellipse">
            <a:avLst/>
          </a:prstGeom>
          <a:solidFill>
            <a:srgbClr val="D6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602458" y="4130793"/>
            <a:ext cx="88890" cy="88890"/>
          </a:xfrm>
          <a:prstGeom prst="ellipse">
            <a:avLst/>
          </a:prstGeom>
          <a:solidFill>
            <a:srgbClr val="C8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56605" y="2552327"/>
            <a:ext cx="71360" cy="71360"/>
          </a:xfrm>
          <a:prstGeom prst="ellipse">
            <a:avLst/>
          </a:prstGeom>
          <a:solidFill>
            <a:srgbClr val="CD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295360" y="5826717"/>
            <a:ext cx="96110" cy="96110"/>
          </a:xfrm>
          <a:prstGeom prst="ellipse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524708" y="286857"/>
            <a:ext cx="90602" cy="90602"/>
          </a:xfrm>
          <a:prstGeom prst="ellipse">
            <a:avLst/>
          </a:prstGeom>
          <a:solidFill>
            <a:srgbClr val="B6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570861" y="3455777"/>
            <a:ext cx="115294" cy="115294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532387" y="5516983"/>
            <a:ext cx="76378" cy="76378"/>
          </a:xfrm>
          <a:prstGeom prst="ellipse">
            <a:avLst/>
          </a:prstGeom>
          <a:solidFill>
            <a:srgbClr val="F2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757222" y="2529457"/>
            <a:ext cx="56114" cy="56114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646076" y="3245537"/>
            <a:ext cx="60288" cy="60288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326219" y="2379642"/>
            <a:ext cx="111078" cy="111078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50"/>
                </a:solidFill>
                <a:latin typeface="Georgia"/>
              </a:rPr>
              <a:t>* Key Topics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1463040"/>
            <a:ext cx="3630168" cy="5120640"/>
          </a:xfrm>
          <a:prstGeom prst="round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" y="1463040"/>
            <a:ext cx="3630168" cy="64008"/>
          </a:xfrm>
          <a:prstGeom prst="rect">
            <a:avLst/>
          </a:prstGeom>
          <a:solidFill>
            <a:srgbClr val="FFD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50"/>
                </a:solidFill>
                <a:latin typeface="Georgia"/>
              </a:rPr>
              <a:t>Topic One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251460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EE6"/>
                </a:solidFill>
                <a:latin typeface="Calibri"/>
              </a:rPr>
              <a:t>Add your description here. Summarise the key idea clearly and concisely.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361688" y="1463040"/>
            <a:ext cx="3630168" cy="5120640"/>
          </a:xfrm>
          <a:prstGeom prst="round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361688" y="1463040"/>
            <a:ext cx="3630168" cy="64008"/>
          </a:xfrm>
          <a:prstGeom prst="rect">
            <a:avLst/>
          </a:prstGeom>
          <a:solidFill>
            <a:srgbClr val="50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44568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50"/>
                </a:solidFill>
                <a:latin typeface="Georgia"/>
              </a:rPr>
              <a:t>Topic Two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44568" y="251460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EE6"/>
                </a:solidFill>
                <a:latin typeface="Calibri"/>
              </a:rPr>
              <a:t>Add your description here. Summarise the key idea clearly and concisely.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66175" y="1463040"/>
            <a:ext cx="3630168" cy="5120640"/>
          </a:xfrm>
          <a:prstGeom prst="round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266175" y="1463040"/>
            <a:ext cx="3630168" cy="64008"/>
          </a:xfrm>
          <a:prstGeom prst="rect">
            <a:avLst/>
          </a:prstGeom>
          <a:solidFill>
            <a:srgbClr val="FFE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49055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50"/>
                </a:solidFill>
                <a:latin typeface="Georgia"/>
              </a:rPr>
              <a:t>Topic Three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49055" y="251460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EE6"/>
                </a:solidFill>
                <a:latin typeface="Calibri"/>
              </a:rPr>
              <a:t>Add your description here. Summarise the key idea clearly and concisely.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53975" y="5537481"/>
            <a:ext cx="81200" cy="81200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8215" y="1018879"/>
            <a:ext cx="88622" cy="88622"/>
          </a:xfrm>
          <a:prstGeom prst="ellipse">
            <a:avLst/>
          </a:prstGeom>
          <a:solidFill>
            <a:srgbClr val="D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76506" y="196818"/>
            <a:ext cx="81478" cy="81478"/>
          </a:xfrm>
          <a:prstGeom prst="ellipse">
            <a:avLst/>
          </a:prstGeom>
          <a:solidFill>
            <a:srgbClr val="C3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91199" y="2812433"/>
            <a:ext cx="85098" cy="85098"/>
          </a:xfrm>
          <a:prstGeom prst="ellipse">
            <a:avLst/>
          </a:prstGeom>
          <a:solidFill>
            <a:srgbClr val="B6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50828" y="3734579"/>
            <a:ext cx="104616" cy="104616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5999" y="4137495"/>
            <a:ext cx="52164" cy="52164"/>
          </a:xfrm>
          <a:prstGeom prst="ellipse">
            <a:avLst/>
          </a:prstGeom>
          <a:solidFill>
            <a:srgbClr val="E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59125" y="660993"/>
            <a:ext cx="104262" cy="104262"/>
          </a:xfrm>
          <a:prstGeom prst="ellipse">
            <a:avLst/>
          </a:prstGeom>
          <a:solidFill>
            <a:srgbClr val="CA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94408" y="687364"/>
            <a:ext cx="60142" cy="60142"/>
          </a:xfrm>
          <a:prstGeom prst="ellipse">
            <a:avLst/>
          </a:prstGeom>
          <a:solidFill>
            <a:srgbClr val="FB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6828" y="718074"/>
            <a:ext cx="49060" cy="49060"/>
          </a:xfrm>
          <a:prstGeom prst="ellipse">
            <a:avLst/>
          </a:prstGeom>
          <a:solidFill>
            <a:srgbClr val="C3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67945" y="6142999"/>
            <a:ext cx="81322" cy="81322"/>
          </a:xfrm>
          <a:prstGeom prst="ellipse">
            <a:avLst/>
          </a:prstGeom>
          <a:solidFill>
            <a:srgbClr val="C2C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07874" y="4345648"/>
            <a:ext cx="96772" cy="96772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51007" y="245083"/>
            <a:ext cx="72154" cy="72154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1292" y="2449758"/>
            <a:ext cx="54466" cy="54466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06455" y="3570502"/>
            <a:ext cx="54264" cy="54264"/>
          </a:xfrm>
          <a:prstGeom prst="ellipse">
            <a:avLst/>
          </a:prstGeom>
          <a:solidFill>
            <a:srgbClr val="FE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63582" y="4854122"/>
            <a:ext cx="73502" cy="73502"/>
          </a:xfrm>
          <a:prstGeom prst="ellipse">
            <a:avLst/>
          </a:prstGeom>
          <a:solidFill>
            <a:srgbClr val="C6C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91239" y="1437932"/>
            <a:ext cx="109034" cy="109034"/>
          </a:xfrm>
          <a:prstGeom prst="ellipse">
            <a:avLst/>
          </a:prstGeom>
          <a:solidFill>
            <a:srgbClr val="EC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7961" y="5261584"/>
            <a:ext cx="46966" cy="46966"/>
          </a:xfrm>
          <a:prstGeom prst="ellipse">
            <a:avLst/>
          </a:prstGeom>
          <a:solidFill>
            <a:srgbClr val="D4D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26989" y="4527335"/>
            <a:ext cx="90972" cy="90972"/>
          </a:xfrm>
          <a:prstGeom prst="ellipse">
            <a:avLst/>
          </a:prstGeom>
          <a:solidFill>
            <a:srgbClr val="D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84737" y="2661667"/>
            <a:ext cx="54998" cy="54998"/>
          </a:xfrm>
          <a:prstGeom prst="ellipse">
            <a:avLst/>
          </a:prstGeom>
          <a:solidFill>
            <a:srgbClr val="E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999" y="2864115"/>
            <a:ext cx="100314" cy="100314"/>
          </a:xfrm>
          <a:prstGeom prst="ellipse">
            <a:avLst/>
          </a:prstGeom>
          <a:solidFill>
            <a:srgbClr val="D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8840" y="2984531"/>
            <a:ext cx="104656" cy="104656"/>
          </a:xfrm>
          <a:prstGeom prst="ellipse">
            <a:avLst/>
          </a:prstGeom>
          <a:solidFill>
            <a:srgbClr val="B5B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24071" y="4509825"/>
            <a:ext cx="110788" cy="110788"/>
          </a:xfrm>
          <a:prstGeom prst="ellipse">
            <a:avLst/>
          </a:prstGeom>
          <a:solidFill>
            <a:srgbClr val="E3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55938" y="2602453"/>
            <a:ext cx="51312" cy="51312"/>
          </a:xfrm>
          <a:prstGeom prst="ellipse">
            <a:avLst/>
          </a:prstGeom>
          <a:solidFill>
            <a:srgbClr val="E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94717" y="4764070"/>
            <a:ext cx="75642" cy="75642"/>
          </a:xfrm>
          <a:prstGeom prst="ellipse">
            <a:avLst/>
          </a:prstGeom>
          <a:solidFill>
            <a:srgbClr val="B4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53712" y="4592353"/>
            <a:ext cx="78736" cy="78736"/>
          </a:xfrm>
          <a:prstGeom prst="ellipse">
            <a:avLst/>
          </a:prstGeom>
          <a:solidFill>
            <a:srgbClr val="C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81490" y="3650224"/>
            <a:ext cx="64090" cy="64090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03233" y="3412357"/>
            <a:ext cx="69818" cy="69818"/>
          </a:xfrm>
          <a:prstGeom prst="ellipse">
            <a:avLst/>
          </a:prstGeom>
          <a:solidFill>
            <a:srgbClr val="EC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88138" y="2777033"/>
            <a:ext cx="110042" cy="110042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59062" y="4066237"/>
            <a:ext cx="93728" cy="93728"/>
          </a:xfrm>
          <a:prstGeom prst="ellipse">
            <a:avLst/>
          </a:prstGeom>
          <a:solidFill>
            <a:srgbClr val="E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760583" y="2577111"/>
            <a:ext cx="68080" cy="68080"/>
          </a:xfrm>
          <a:prstGeom prst="ellipse">
            <a:avLst/>
          </a:prstGeom>
          <a:solidFill>
            <a:srgbClr val="E5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06849" y="4433601"/>
            <a:ext cx="116732" cy="116732"/>
          </a:xfrm>
          <a:prstGeom prst="ellipse">
            <a:avLst/>
          </a:prstGeom>
          <a:solidFill>
            <a:srgbClr val="F9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61353" y="4082179"/>
            <a:ext cx="69136" cy="69136"/>
          </a:xfrm>
          <a:prstGeom prst="ellipse">
            <a:avLst/>
          </a:prstGeom>
          <a:solidFill>
            <a:srgbClr val="D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742144" y="4930997"/>
            <a:ext cx="57290" cy="57290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39652" y="4197129"/>
            <a:ext cx="116286" cy="116286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5187" y="5228170"/>
            <a:ext cx="53922" cy="53922"/>
          </a:xfrm>
          <a:prstGeom prst="ellipse">
            <a:avLst/>
          </a:prstGeom>
          <a:solidFill>
            <a:srgbClr val="D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73766" y="6301565"/>
            <a:ext cx="108154" cy="108154"/>
          </a:xfrm>
          <a:prstGeom prst="ellipse">
            <a:avLst/>
          </a:prstGeom>
          <a:solidFill>
            <a:srgbClr val="B1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70379" y="1089292"/>
            <a:ext cx="65416" cy="65416"/>
          </a:xfrm>
          <a:prstGeom prst="ellipse">
            <a:avLst/>
          </a:prstGeom>
          <a:solidFill>
            <a:srgbClr val="ABA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95147" y="5260713"/>
            <a:ext cx="105230" cy="105230"/>
          </a:xfrm>
          <a:prstGeom prst="ellipse">
            <a:avLst/>
          </a:prstGeom>
          <a:solidFill>
            <a:srgbClr val="E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3226" y="1604086"/>
            <a:ext cx="72852" cy="72852"/>
          </a:xfrm>
          <a:prstGeom prst="ellipse">
            <a:avLst/>
          </a:prstGeom>
          <a:solidFill>
            <a:srgbClr val="BCB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13327" y="1681394"/>
            <a:ext cx="69006" cy="69006"/>
          </a:xfrm>
          <a:prstGeom prst="ellipse">
            <a:avLst/>
          </a:prstGeom>
          <a:solidFill>
            <a:srgbClr val="AE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87398" y="714361"/>
            <a:ext cx="53432" cy="53432"/>
          </a:xfrm>
          <a:prstGeom prst="ellipse">
            <a:avLst/>
          </a:prstGeom>
          <a:solidFill>
            <a:srgbClr val="FC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790357" y="4899477"/>
            <a:ext cx="50766" cy="50766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39589" y="885909"/>
            <a:ext cx="106630" cy="106630"/>
          </a:xfrm>
          <a:prstGeom prst="ellipse">
            <a:avLst/>
          </a:prstGeom>
          <a:solidFill>
            <a:srgbClr val="B4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988143" y="4272071"/>
            <a:ext cx="65118" cy="65118"/>
          </a:xfrm>
          <a:prstGeom prst="ellipse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453788" y="4670837"/>
            <a:ext cx="103606" cy="103606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35924" y="1294636"/>
            <a:ext cx="114052" cy="114052"/>
          </a:xfrm>
          <a:prstGeom prst="ellipse">
            <a:avLst/>
          </a:prstGeom>
          <a:solidFill>
            <a:srgbClr val="E7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83818" y="3042774"/>
            <a:ext cx="65938" cy="65938"/>
          </a:xfrm>
          <a:prstGeom prst="ellipse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95487" y="5374228"/>
            <a:ext cx="117268" cy="117268"/>
          </a:xfrm>
          <a:prstGeom prst="ellipse">
            <a:avLst/>
          </a:prstGeom>
          <a:solidFill>
            <a:srgbClr val="CEC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64214" y="276279"/>
            <a:ext cx="82470" cy="82470"/>
          </a:xfrm>
          <a:prstGeom prst="ellipse">
            <a:avLst/>
          </a:prstGeom>
          <a:solidFill>
            <a:srgbClr val="CD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404545" y="6502465"/>
            <a:ext cx="77226" cy="77226"/>
          </a:xfrm>
          <a:prstGeom prst="ellipse">
            <a:avLst/>
          </a:prstGeom>
          <a:solidFill>
            <a:srgbClr val="D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0996" y="610401"/>
            <a:ext cx="105438" cy="105438"/>
          </a:xfrm>
          <a:prstGeom prst="ellipse">
            <a:avLst/>
          </a:prstGeom>
          <a:solidFill>
            <a:srgbClr val="FB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897874" y="5017643"/>
            <a:ext cx="99782" cy="99782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470209" y="379804"/>
            <a:ext cx="118362" cy="118362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59008" y="2358499"/>
            <a:ext cx="51396" cy="51396"/>
          </a:xfrm>
          <a:prstGeom prst="ellipse">
            <a:avLst/>
          </a:prstGeom>
          <a:solidFill>
            <a:srgbClr val="B8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828701" y="947168"/>
            <a:ext cx="100072" cy="100072"/>
          </a:xfrm>
          <a:prstGeom prst="ellipse">
            <a:avLst/>
          </a:prstGeom>
          <a:solidFill>
            <a:srgbClr val="FB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123" y="543316"/>
            <a:ext cx="83778" cy="83778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286045" y="4788420"/>
            <a:ext cx="59158" cy="59158"/>
          </a:xfrm>
          <a:prstGeom prst="ellipse">
            <a:avLst/>
          </a:prstGeom>
          <a:solidFill>
            <a:srgbClr val="B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116454" y="5713755"/>
            <a:ext cx="103998" cy="103998"/>
          </a:xfrm>
          <a:prstGeom prst="ellipse">
            <a:avLst/>
          </a:prstGeom>
          <a:solidFill>
            <a:srgbClr val="C6C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395909" y="4838130"/>
            <a:ext cx="54926" cy="54926"/>
          </a:xfrm>
          <a:prstGeom prst="ellipse">
            <a:avLst/>
          </a:prstGeom>
          <a:solidFill>
            <a:srgbClr val="BE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119377" y="6679293"/>
            <a:ext cx="86758" cy="86758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481919" y="3859277"/>
            <a:ext cx="59482" cy="59482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309253" y="3581329"/>
            <a:ext cx="46426" cy="46426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643313" y="4461808"/>
            <a:ext cx="98124" cy="98124"/>
          </a:xfrm>
          <a:prstGeom prst="ellipse">
            <a:avLst/>
          </a:prstGeom>
          <a:solidFill>
            <a:srgbClr val="FC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74126" y="5017441"/>
            <a:ext cx="65608" cy="65608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695922" y="1141281"/>
            <a:ext cx="91472" cy="91472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50"/>
                </a:solidFill>
                <a:latin typeface="Georgia"/>
              </a:rPr>
              <a:t>* Key Takeaways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50"/>
                </a:solidFill>
                <a:latin typeface="Georgia"/>
              </a:rPr>
              <a:t>*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34440" y="1508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BEE6"/>
                </a:solidFill>
                <a:latin typeface="Calibri"/>
              </a:rPr>
              <a:t>First key insight - add a concise supporting statement here.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50"/>
                </a:solidFill>
                <a:latin typeface="Georgia"/>
              </a:rPr>
              <a:t>*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34440" y="2697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BEE6"/>
                </a:solidFill>
                <a:latin typeface="Calibri"/>
              </a:rPr>
              <a:t>Second key insight - add a concise supporting statement here.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50"/>
                </a:solidFill>
                <a:latin typeface="Georgia"/>
              </a:rPr>
              <a:t>*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34440" y="3886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BEE6"/>
                </a:solidFill>
                <a:latin typeface="Calibri"/>
              </a:rPr>
              <a:t>Third key insight - add a concise supporting statement here.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5074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50"/>
                </a:solidFill>
                <a:latin typeface="Georgia"/>
              </a:rPr>
              <a:t>*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34440" y="5074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BEE6"/>
                </a:solidFill>
                <a:latin typeface="Calibri"/>
              </a:rPr>
              <a:t>Fourth key insight - add a concise supporting statement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23848" y="1051708"/>
            <a:ext cx="93336" cy="93336"/>
          </a:xfrm>
          <a:prstGeom prst="ellipse">
            <a:avLst/>
          </a:prstGeom>
          <a:solidFill>
            <a:srgbClr val="B3B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85013" y="675593"/>
            <a:ext cx="88352" cy="88352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25077" y="626993"/>
            <a:ext cx="76310" cy="76310"/>
          </a:xfrm>
          <a:prstGeom prst="ellipse">
            <a:avLst/>
          </a:prstGeom>
          <a:solidFill>
            <a:srgbClr val="C8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956" y="2872054"/>
            <a:ext cx="106204" cy="106204"/>
          </a:xfrm>
          <a:prstGeom prst="ellipse">
            <a:avLst/>
          </a:prstGeom>
          <a:solidFill>
            <a:srgbClr val="B9B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96415" y="4256760"/>
            <a:ext cx="88366" cy="88366"/>
          </a:xfrm>
          <a:prstGeom prst="ellipse">
            <a:avLst/>
          </a:prstGeom>
          <a:solidFill>
            <a:srgbClr val="B1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45781" y="2680762"/>
            <a:ext cx="117134" cy="117134"/>
          </a:xfrm>
          <a:prstGeom prst="ellipse">
            <a:avLst/>
          </a:prstGeom>
          <a:solidFill>
            <a:srgbClr val="AFA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21338" y="942207"/>
            <a:ext cx="76380" cy="76380"/>
          </a:xfrm>
          <a:prstGeom prst="ellipse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49720" y="2097883"/>
            <a:ext cx="105420" cy="105420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6176" y="3874566"/>
            <a:ext cx="59462" cy="59462"/>
          </a:xfrm>
          <a:prstGeom prst="ellipse">
            <a:avLst/>
          </a:prstGeom>
          <a:solidFill>
            <a:srgbClr val="B6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7634" y="485524"/>
            <a:ext cx="50078" cy="50078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86523" y="3589449"/>
            <a:ext cx="102574" cy="102574"/>
          </a:xfrm>
          <a:prstGeom prst="ellipse">
            <a:avLst/>
          </a:prstGeom>
          <a:solidFill>
            <a:srgbClr val="E5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71850" y="3082676"/>
            <a:ext cx="67648" cy="67648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20572" y="1676943"/>
            <a:ext cx="87740" cy="87740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82984" y="2344905"/>
            <a:ext cx="78552" cy="78552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94448" y="841390"/>
            <a:ext cx="76306" cy="76306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87714" y="3331033"/>
            <a:ext cx="48588" cy="485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506" y="3764941"/>
            <a:ext cx="103442" cy="103442"/>
          </a:xfrm>
          <a:prstGeom prst="ellipse">
            <a:avLst/>
          </a:prstGeom>
          <a:solidFill>
            <a:srgbClr val="D2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24617" y="2387896"/>
            <a:ext cx="82052" cy="82052"/>
          </a:xfrm>
          <a:prstGeom prst="ellipse">
            <a:avLst/>
          </a:prstGeom>
          <a:solidFill>
            <a:srgbClr val="E4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2393" y="683471"/>
            <a:ext cx="65466" cy="654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5867" y="4937832"/>
            <a:ext cx="68368" cy="68368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954109" y="5544617"/>
            <a:ext cx="66538" cy="66538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59711" y="2350476"/>
            <a:ext cx="114530" cy="114530"/>
          </a:xfrm>
          <a:prstGeom prst="ellipse">
            <a:avLst/>
          </a:prstGeom>
          <a:solidFill>
            <a:srgbClr val="D7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79415" y="848052"/>
            <a:ext cx="50032" cy="50032"/>
          </a:xfrm>
          <a:prstGeom prst="ellipse">
            <a:avLst/>
          </a:prstGeom>
          <a:solidFill>
            <a:srgbClr val="CEC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03600" y="1707139"/>
            <a:ext cx="74318" cy="74318"/>
          </a:xfrm>
          <a:prstGeom prst="ellipse">
            <a:avLst/>
          </a:prstGeom>
          <a:solidFill>
            <a:srgbClr val="E9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3738" y="3046863"/>
            <a:ext cx="85912" cy="85912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72255" y="5825597"/>
            <a:ext cx="66086" cy="66086"/>
          </a:xfrm>
          <a:prstGeom prst="ellipse">
            <a:avLst/>
          </a:prstGeom>
          <a:solidFill>
            <a:srgbClr val="DF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71199" y="4611923"/>
            <a:ext cx="73550" cy="73550"/>
          </a:xfrm>
          <a:prstGeom prst="ellipse">
            <a:avLst/>
          </a:prstGeom>
          <a:solidFill>
            <a:srgbClr val="C7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67923" y="1236370"/>
            <a:ext cx="62688" cy="62688"/>
          </a:xfrm>
          <a:prstGeom prst="ellipse">
            <a:avLst/>
          </a:prstGeom>
          <a:solidFill>
            <a:srgbClr val="C7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410" y="5609560"/>
            <a:ext cx="59058" cy="59058"/>
          </a:xfrm>
          <a:prstGeom prst="ellipse">
            <a:avLst/>
          </a:prstGeom>
          <a:solidFill>
            <a:srgbClr val="CEC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110" y="2851593"/>
            <a:ext cx="72730" cy="72730"/>
          </a:xfrm>
          <a:prstGeom prst="ellipse">
            <a:avLst/>
          </a:prstGeom>
          <a:solidFill>
            <a:srgbClr val="F2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53688" y="874824"/>
            <a:ext cx="108572" cy="108572"/>
          </a:xfrm>
          <a:prstGeom prst="ellipse">
            <a:avLst/>
          </a:prstGeom>
          <a:solidFill>
            <a:srgbClr val="F9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97485" y="4990029"/>
            <a:ext cx="79124" cy="79124"/>
          </a:xfrm>
          <a:prstGeom prst="ellipse">
            <a:avLst/>
          </a:prstGeom>
          <a:solidFill>
            <a:srgbClr val="F1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64959" y="2728025"/>
            <a:ext cx="53292" cy="53292"/>
          </a:xfrm>
          <a:prstGeom prst="ellipse">
            <a:avLst/>
          </a:prstGeom>
          <a:solidFill>
            <a:srgbClr val="FB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29323" y="1304906"/>
            <a:ext cx="117750" cy="117750"/>
          </a:xfrm>
          <a:prstGeom prst="ellipse">
            <a:avLst/>
          </a:prstGeom>
          <a:solidFill>
            <a:srgbClr val="E2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010828" y="2336555"/>
            <a:ext cx="49566" cy="49566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23168" y="3615866"/>
            <a:ext cx="115136" cy="115136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1585" y="5882393"/>
            <a:ext cx="90640" cy="90640"/>
          </a:xfrm>
          <a:prstGeom prst="ellipse">
            <a:avLst/>
          </a:prstGeom>
          <a:solidFill>
            <a:srgbClr val="B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45915" y="6424415"/>
            <a:ext cx="89776" cy="89776"/>
          </a:xfrm>
          <a:prstGeom prst="ellipse">
            <a:avLst/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03739" y="5699012"/>
            <a:ext cx="118366" cy="118366"/>
          </a:xfrm>
          <a:prstGeom prst="ellipse">
            <a:avLst/>
          </a:prstGeom>
          <a:solidFill>
            <a:srgbClr val="E5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7789" y="2144960"/>
            <a:ext cx="56262" cy="56262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11668" y="3238126"/>
            <a:ext cx="96344" cy="96344"/>
          </a:xfrm>
          <a:prstGeom prst="ellipse">
            <a:avLst/>
          </a:prstGeom>
          <a:solidFill>
            <a:srgbClr val="EC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25914" y="6397201"/>
            <a:ext cx="84362" cy="84362"/>
          </a:xfrm>
          <a:prstGeom prst="ellipse">
            <a:avLst/>
          </a:prstGeom>
          <a:solidFill>
            <a:srgbClr val="BCB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06922" y="6142883"/>
            <a:ext cx="101178" cy="101178"/>
          </a:xfrm>
          <a:prstGeom prst="ellipse">
            <a:avLst/>
          </a:prstGeom>
          <a:solidFill>
            <a:srgbClr val="D0D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764230" y="5805914"/>
            <a:ext cx="96648" cy="96648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5260" y="6118305"/>
            <a:ext cx="71738" cy="71738"/>
          </a:xfrm>
          <a:prstGeom prst="ellipse">
            <a:avLst/>
          </a:prstGeom>
          <a:solidFill>
            <a:srgbClr val="C6C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36255" y="5256807"/>
            <a:ext cx="69834" cy="69834"/>
          </a:xfrm>
          <a:prstGeom prst="ellipse">
            <a:avLst/>
          </a:prstGeom>
          <a:solidFill>
            <a:srgbClr val="C6C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386484" y="5303503"/>
            <a:ext cx="101192" cy="101192"/>
          </a:xfrm>
          <a:prstGeom prst="ellipse">
            <a:avLst/>
          </a:prstGeom>
          <a:solidFill>
            <a:srgbClr val="C2C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697244" y="5503989"/>
            <a:ext cx="99842" cy="99842"/>
          </a:xfrm>
          <a:prstGeom prst="ellipse">
            <a:avLst/>
          </a:prstGeom>
          <a:solidFill>
            <a:srgbClr val="C7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436588" y="3331220"/>
            <a:ext cx="99194" cy="99194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525990" y="3213757"/>
            <a:ext cx="59884" cy="59884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492057" y="3019606"/>
            <a:ext cx="114264" cy="114264"/>
          </a:xfrm>
          <a:prstGeom prst="ellipse">
            <a:avLst/>
          </a:prstGeom>
          <a:solidFill>
            <a:srgbClr val="D6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500125" y="2494505"/>
            <a:ext cx="61846" cy="61846"/>
          </a:xfrm>
          <a:prstGeom prst="ellipse">
            <a:avLst/>
          </a:prstGeom>
          <a:solidFill>
            <a:srgbClr val="C7C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681845" y="2305365"/>
            <a:ext cx="81026" cy="81026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111971" y="3245239"/>
            <a:ext cx="93486" cy="93486"/>
          </a:xfrm>
          <a:prstGeom prst="ellipse">
            <a:avLst/>
          </a:prstGeom>
          <a:solidFill>
            <a:srgbClr val="FC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0834" y="4444792"/>
            <a:ext cx="112272" cy="112272"/>
          </a:xfrm>
          <a:prstGeom prst="ellipse">
            <a:avLst/>
          </a:prstGeom>
          <a:solidFill>
            <a:srgbClr val="C3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65899" y="1231370"/>
            <a:ext cx="103446" cy="103446"/>
          </a:xfrm>
          <a:prstGeom prst="ellipse">
            <a:avLst/>
          </a:prstGeom>
          <a:solidFill>
            <a:srgbClr val="D4D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81324" y="6357946"/>
            <a:ext cx="98522" cy="98522"/>
          </a:xfrm>
          <a:prstGeom prst="ellipse">
            <a:avLst/>
          </a:prstGeom>
          <a:solidFill>
            <a:srgbClr val="E5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850138" y="6362053"/>
            <a:ext cx="98740" cy="98740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943106" y="230862"/>
            <a:ext cx="88938" cy="88938"/>
          </a:xfrm>
          <a:prstGeom prst="ellipse">
            <a:avLst/>
          </a:prstGeom>
          <a:solidFill>
            <a:srgbClr val="E5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699146" y="1014081"/>
            <a:ext cx="106180" cy="106180"/>
          </a:xfrm>
          <a:prstGeom prst="ellipse">
            <a:avLst/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21693" y="2387525"/>
            <a:ext cx="85854" cy="85854"/>
          </a:xfrm>
          <a:prstGeom prst="ellipse">
            <a:avLst/>
          </a:prstGeom>
          <a:solidFill>
            <a:srgbClr val="BAB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8316" y="5377816"/>
            <a:ext cx="98854" cy="98854"/>
          </a:xfrm>
          <a:prstGeom prst="ellipse">
            <a:avLst/>
          </a:prstGeom>
          <a:solidFill>
            <a:srgbClr val="B7B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360437" y="6284770"/>
            <a:ext cx="77454" cy="77454"/>
          </a:xfrm>
          <a:prstGeom prst="ellipse">
            <a:avLst/>
          </a:prstGeom>
          <a:solidFill>
            <a:srgbClr val="C2C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955585" y="1468101"/>
            <a:ext cx="64142" cy="64142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59895" y="5154311"/>
            <a:ext cx="69566" cy="69566"/>
          </a:xfrm>
          <a:prstGeom prst="ellipse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1005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FFD750"/>
                </a:solidFill>
                <a:latin typeface="Georgia"/>
              </a:rPr>
              <a:t>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2194560"/>
            <a:ext cx="9875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1">
                <a:solidFill>
                  <a:srgbClr val="FFFFFF"/>
                </a:solidFill>
                <a:latin typeface="Georgia"/>
              </a:rPr>
              <a:t>Add your most impactful quote or key message here. Make it memorable.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" y="42519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CB4FF"/>
                </a:solidFill>
                <a:latin typeface="Calibri"/>
              </a:rPr>
              <a:t>- Attribution Name,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79587" y="6487394"/>
            <a:ext cx="54960" cy="54960"/>
          </a:xfrm>
          <a:prstGeom prst="ellipse">
            <a:avLst/>
          </a:prstGeom>
          <a:solidFill>
            <a:srgbClr val="AFA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2439" y="1683734"/>
            <a:ext cx="118808" cy="118808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50716" y="252967"/>
            <a:ext cx="81374" cy="81374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67422" y="1321366"/>
            <a:ext cx="106474" cy="106474"/>
          </a:xfrm>
          <a:prstGeom prst="ellipse">
            <a:avLst/>
          </a:prstGeom>
          <a:solidFill>
            <a:srgbClr val="B5B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53767" y="5109513"/>
            <a:ext cx="97010" cy="97010"/>
          </a:xfrm>
          <a:prstGeom prst="ellipse">
            <a:avLst/>
          </a:prstGeom>
          <a:solidFill>
            <a:srgbClr val="EC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973" y="6076102"/>
            <a:ext cx="73450" cy="73450"/>
          </a:xfrm>
          <a:prstGeom prst="ellipse">
            <a:avLst/>
          </a:prstGeom>
          <a:solidFill>
            <a:srgbClr val="B8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80184" y="687401"/>
            <a:ext cx="105282" cy="105282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73178" y="2562299"/>
            <a:ext cx="94060" cy="94060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3561" y="609964"/>
            <a:ext cx="111804" cy="111804"/>
          </a:xfrm>
          <a:prstGeom prst="ellipse">
            <a:avLst/>
          </a:prstGeom>
          <a:solidFill>
            <a:srgbClr val="EC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60628" y="3945208"/>
            <a:ext cx="56116" cy="56116"/>
          </a:xfrm>
          <a:prstGeom prst="ellipse">
            <a:avLst/>
          </a:prstGeom>
          <a:solidFill>
            <a:srgbClr val="B2B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07972" y="292993"/>
            <a:ext cx="97058" cy="97058"/>
          </a:xfrm>
          <a:prstGeom prst="ellipse">
            <a:avLst/>
          </a:prstGeom>
          <a:solidFill>
            <a:srgbClr val="BCB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74243" y="3906558"/>
            <a:ext cx="99042" cy="99042"/>
          </a:xfrm>
          <a:prstGeom prst="ellipse">
            <a:avLst/>
          </a:prstGeom>
          <a:solidFill>
            <a:srgbClr val="E2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58201" y="2417457"/>
            <a:ext cx="109952" cy="109952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45344" y="4062957"/>
            <a:ext cx="84622" cy="84622"/>
          </a:xfrm>
          <a:prstGeom prst="ellipse">
            <a:avLst/>
          </a:prstGeom>
          <a:solidFill>
            <a:srgbClr val="D2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8476" y="6379091"/>
            <a:ext cx="107422" cy="107422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30069" y="2116788"/>
            <a:ext cx="71742" cy="71742"/>
          </a:xfrm>
          <a:prstGeom prst="ellipse">
            <a:avLst/>
          </a:prstGeom>
          <a:solidFill>
            <a:srgbClr val="CEC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42144" y="512286"/>
            <a:ext cx="111792" cy="111792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93267" y="3693503"/>
            <a:ext cx="70898" cy="70898"/>
          </a:xfrm>
          <a:prstGeom prst="ellipse">
            <a:avLst/>
          </a:prstGeom>
          <a:solidFill>
            <a:srgbClr val="ABA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09513" y="1534483"/>
            <a:ext cx="48180" cy="48180"/>
          </a:xfrm>
          <a:prstGeom prst="ellipse">
            <a:avLst/>
          </a:prstGeom>
          <a:solidFill>
            <a:srgbClr val="CAC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51035" y="5605134"/>
            <a:ext cx="110932" cy="110932"/>
          </a:xfrm>
          <a:prstGeom prst="ellipse">
            <a:avLst/>
          </a:prstGeom>
          <a:solidFill>
            <a:srgbClr val="C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09717" y="810536"/>
            <a:ext cx="113936" cy="113936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74994" y="5173916"/>
            <a:ext cx="67668" cy="67668"/>
          </a:xfrm>
          <a:prstGeom prst="ellipse">
            <a:avLst/>
          </a:prstGeom>
          <a:solidFill>
            <a:srgbClr val="ABA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77991" y="2577555"/>
            <a:ext cx="106904" cy="106904"/>
          </a:xfrm>
          <a:prstGeom prst="ellipse">
            <a:avLst/>
          </a:prstGeom>
          <a:solidFill>
            <a:srgbClr val="F2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71564" y="1600334"/>
            <a:ext cx="75718" cy="75718"/>
          </a:xfrm>
          <a:prstGeom prst="ellipse">
            <a:avLst/>
          </a:prstGeom>
          <a:solidFill>
            <a:srgbClr val="E3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43183" y="600961"/>
            <a:ext cx="50838" cy="50838"/>
          </a:xfrm>
          <a:prstGeom prst="ellipse">
            <a:avLst/>
          </a:prstGeom>
          <a:solidFill>
            <a:srgbClr val="B6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8296" y="4467651"/>
            <a:ext cx="101628" cy="101628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64385" y="5441605"/>
            <a:ext cx="82656" cy="82656"/>
          </a:xfrm>
          <a:prstGeom prst="ellipse">
            <a:avLst/>
          </a:prstGeom>
          <a:solidFill>
            <a:srgbClr val="B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07885" y="488319"/>
            <a:ext cx="46958" cy="46958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46396" y="4457776"/>
            <a:ext cx="54552" cy="54552"/>
          </a:xfrm>
          <a:prstGeom prst="ellipse">
            <a:avLst/>
          </a:prstGeom>
          <a:solidFill>
            <a:srgbClr val="D0D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78297" y="6509710"/>
            <a:ext cx="45934" cy="45934"/>
          </a:xfrm>
          <a:prstGeom prst="ellipse">
            <a:avLst/>
          </a:prstGeom>
          <a:solidFill>
            <a:srgbClr val="E9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583864" y="5909295"/>
            <a:ext cx="48142" cy="48142"/>
          </a:xfrm>
          <a:prstGeom prst="ellipse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12814" y="2305817"/>
            <a:ext cx="77250" cy="77250"/>
          </a:xfrm>
          <a:prstGeom prst="ellipse">
            <a:avLst/>
          </a:prstGeom>
          <a:solidFill>
            <a:srgbClr val="B9B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8872" y="4091524"/>
            <a:ext cx="82090" cy="82090"/>
          </a:xfrm>
          <a:prstGeom prst="ellipse">
            <a:avLst/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30259" y="2608419"/>
            <a:ext cx="53654" cy="53654"/>
          </a:xfrm>
          <a:prstGeom prst="ellipse">
            <a:avLst/>
          </a:prstGeom>
          <a:solidFill>
            <a:srgbClr val="E3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10903" y="4851486"/>
            <a:ext cx="83354" cy="83354"/>
          </a:xfrm>
          <a:prstGeom prst="ellipse">
            <a:avLst/>
          </a:prstGeom>
          <a:solidFill>
            <a:srgbClr val="B5B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24768" y="3200150"/>
            <a:ext cx="74522" cy="74522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521100" y="406729"/>
            <a:ext cx="49298" cy="49298"/>
          </a:xfrm>
          <a:prstGeom prst="ellipse">
            <a:avLst/>
          </a:prstGeom>
          <a:solidFill>
            <a:srgbClr val="B8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38558" y="4883076"/>
            <a:ext cx="97534" cy="97534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897533" y="4411870"/>
            <a:ext cx="106382" cy="106382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8977" y="6501027"/>
            <a:ext cx="100994" cy="100994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63994" y="3848204"/>
            <a:ext cx="82406" cy="82406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42566" y="5010868"/>
            <a:ext cx="93068" cy="93068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34170" y="2044716"/>
            <a:ext cx="51562" cy="51562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171546" y="6613572"/>
            <a:ext cx="62080" cy="62080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116" y="2841460"/>
            <a:ext cx="100160" cy="100160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17837" y="4206273"/>
            <a:ext cx="115730" cy="115730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853519" y="780413"/>
            <a:ext cx="81214" cy="81214"/>
          </a:xfrm>
          <a:prstGeom prst="ellipse">
            <a:avLst/>
          </a:prstGeom>
          <a:solidFill>
            <a:srgbClr val="DA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539696" y="5711365"/>
            <a:ext cx="68542" cy="68542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90758" y="2594702"/>
            <a:ext cx="112944" cy="112944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251147" y="4898261"/>
            <a:ext cx="105772" cy="105772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70510" y="4554388"/>
            <a:ext cx="60048" cy="60048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139602" y="609824"/>
            <a:ext cx="57676" cy="57676"/>
          </a:xfrm>
          <a:prstGeom prst="ellipse">
            <a:avLst/>
          </a:prstGeom>
          <a:solidFill>
            <a:srgbClr val="E9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835115" y="1861407"/>
            <a:ext cx="76424" cy="76424"/>
          </a:xfrm>
          <a:prstGeom prst="ellipse">
            <a:avLst/>
          </a:prstGeom>
          <a:solidFill>
            <a:srgbClr val="B8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13799" y="5539209"/>
            <a:ext cx="117900" cy="117900"/>
          </a:xfrm>
          <a:prstGeom prst="ellipse">
            <a:avLst/>
          </a:prstGeom>
          <a:solidFill>
            <a:srgbClr val="CD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91950" y="3424276"/>
            <a:ext cx="66006" cy="66006"/>
          </a:xfrm>
          <a:prstGeom prst="ellipse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966106" y="2445392"/>
            <a:ext cx="116344" cy="116344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91508" y="1706939"/>
            <a:ext cx="105212" cy="105212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42145" y="1354621"/>
            <a:ext cx="82050" cy="82050"/>
          </a:xfrm>
          <a:prstGeom prst="ellipse">
            <a:avLst/>
          </a:prstGeom>
          <a:solidFill>
            <a:srgbClr val="B7B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548939" y="2634183"/>
            <a:ext cx="93612" cy="93612"/>
          </a:xfrm>
          <a:prstGeom prst="ellipse">
            <a:avLst/>
          </a:prstGeom>
          <a:solidFill>
            <a:srgbClr val="F2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935605" y="6183944"/>
            <a:ext cx="103234" cy="103234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23498" y="1335472"/>
            <a:ext cx="65078" cy="65078"/>
          </a:xfrm>
          <a:prstGeom prst="ellipse">
            <a:avLst/>
          </a:prstGeom>
          <a:solidFill>
            <a:srgbClr val="B6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577872" y="5834220"/>
            <a:ext cx="111952" cy="111952"/>
          </a:xfrm>
          <a:prstGeom prst="ellipse">
            <a:avLst/>
          </a:prstGeom>
          <a:solidFill>
            <a:srgbClr val="F2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47328" y="4089317"/>
            <a:ext cx="108996" cy="108996"/>
          </a:xfrm>
          <a:prstGeom prst="ellipse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28291" y="5315425"/>
            <a:ext cx="106846" cy="106846"/>
          </a:xfrm>
          <a:prstGeom prst="ellipse">
            <a:avLst/>
          </a:prstGeom>
          <a:solidFill>
            <a:srgbClr val="B4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345656" y="4418325"/>
            <a:ext cx="72510" cy="72510"/>
          </a:xfrm>
          <a:prstGeom prst="ellipse">
            <a:avLst/>
          </a:prstGeom>
          <a:solidFill>
            <a:srgbClr val="B3B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50"/>
                </a:solidFill>
                <a:latin typeface="Georgia"/>
              </a:rPr>
              <a:t>* By the Numbers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1463040"/>
            <a:ext cx="3630168" cy="5120640"/>
          </a:xfrm>
          <a:prstGeom prst="round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" y="1463040"/>
            <a:ext cx="3630168" cy="64008"/>
          </a:xfrm>
          <a:prstGeom prst="rect">
            <a:avLst/>
          </a:prstGeom>
          <a:solidFill>
            <a:srgbClr val="FFD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D750"/>
                </a:solidFill>
                <a:latin typeface="Georgia"/>
              </a:rPr>
              <a:t>97%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Accuracy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EE6"/>
                </a:solidFill>
                <a:latin typeface="Calibri"/>
              </a:rPr>
              <a:t>Across all test cases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61688" y="1463040"/>
            <a:ext cx="3630168" cy="5120640"/>
          </a:xfrm>
          <a:prstGeom prst="round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61688" y="1463040"/>
            <a:ext cx="3630168" cy="64008"/>
          </a:xfrm>
          <a:prstGeom prst="rect">
            <a:avLst/>
          </a:prstGeom>
          <a:solidFill>
            <a:srgbClr val="50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44568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D750"/>
                </a:solidFill>
                <a:latin typeface="Georgia"/>
              </a:rPr>
              <a:t>24/7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44568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44568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EE6"/>
                </a:solidFill>
                <a:latin typeface="Calibri"/>
              </a:rPr>
              <a:t>Round-the-clock support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66175" y="1463040"/>
            <a:ext cx="3630168" cy="5120640"/>
          </a:xfrm>
          <a:prstGeom prst="round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266175" y="1463040"/>
            <a:ext cx="3630168" cy="64008"/>
          </a:xfrm>
          <a:prstGeom prst="rect">
            <a:avLst/>
          </a:prstGeom>
          <a:solidFill>
            <a:srgbClr val="FFE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49055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D750"/>
                </a:solidFill>
                <a:latin typeface="Georgia"/>
              </a:rPr>
              <a:t>150+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49055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Clients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49055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EE6"/>
                </a:solidFill>
                <a:latin typeface="Calibri"/>
              </a:rPr>
              <a:t>Globally 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9711" y="2555414"/>
            <a:ext cx="55854" cy="55854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99142" y="3141859"/>
            <a:ext cx="89954" cy="89954"/>
          </a:xfrm>
          <a:prstGeom prst="ellipse">
            <a:avLst/>
          </a:prstGeom>
          <a:solidFill>
            <a:srgbClr val="D4D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06491" y="4183298"/>
            <a:ext cx="48710" cy="48710"/>
          </a:xfrm>
          <a:prstGeom prst="ellipse">
            <a:avLst/>
          </a:prstGeom>
          <a:solidFill>
            <a:srgbClr val="DA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63138" y="6349888"/>
            <a:ext cx="115306" cy="115306"/>
          </a:xfrm>
          <a:prstGeom prst="ellipse">
            <a:avLst/>
          </a:prstGeom>
          <a:solidFill>
            <a:srgbClr val="E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47051" y="1653282"/>
            <a:ext cx="53836" cy="53836"/>
          </a:xfrm>
          <a:prstGeom prst="ellipse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08349" y="6681198"/>
            <a:ext cx="50352" cy="50352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93242" y="5957562"/>
            <a:ext cx="112942" cy="112942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29584" y="4897330"/>
            <a:ext cx="76572" cy="76572"/>
          </a:xfrm>
          <a:prstGeom prst="ellipse">
            <a:avLst/>
          </a:prstGeom>
          <a:solidFill>
            <a:srgbClr val="B5B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08537" y="6137643"/>
            <a:ext cx="74726" cy="74726"/>
          </a:xfrm>
          <a:prstGeom prst="ellipse">
            <a:avLst/>
          </a:prstGeom>
          <a:solidFill>
            <a:srgbClr val="D5D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32997" y="1367734"/>
            <a:ext cx="110560" cy="110560"/>
          </a:xfrm>
          <a:prstGeom prst="ellipse">
            <a:avLst/>
          </a:prstGeom>
          <a:solidFill>
            <a:srgbClr val="DE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6897" y="2579240"/>
            <a:ext cx="81688" cy="81688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73207" y="4951911"/>
            <a:ext cx="107952" cy="107952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763" y="5163566"/>
            <a:ext cx="60178" cy="60178"/>
          </a:xfrm>
          <a:prstGeom prst="ellipse">
            <a:avLst/>
          </a:prstGeom>
          <a:solidFill>
            <a:srgbClr val="C3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19255" y="6021088"/>
            <a:ext cx="55462" cy="55462"/>
          </a:xfrm>
          <a:prstGeom prst="ellipse">
            <a:avLst/>
          </a:prstGeom>
          <a:solidFill>
            <a:srgbClr val="ACA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47861" y="3873615"/>
            <a:ext cx="85044" cy="85044"/>
          </a:xfrm>
          <a:prstGeom prst="ellipse">
            <a:avLst/>
          </a:prstGeom>
          <a:solidFill>
            <a:srgbClr val="C3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77534" y="2702816"/>
            <a:ext cx="92442" cy="92442"/>
          </a:xfrm>
          <a:prstGeom prst="ellipse">
            <a:avLst/>
          </a:prstGeom>
          <a:solidFill>
            <a:srgbClr val="B5B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29410" y="1004485"/>
            <a:ext cx="114462" cy="114462"/>
          </a:xfrm>
          <a:prstGeom prst="ellipse">
            <a:avLst/>
          </a:prstGeom>
          <a:solidFill>
            <a:srgbClr val="AFA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5323" y="3751498"/>
            <a:ext cx="90076" cy="90076"/>
          </a:xfrm>
          <a:prstGeom prst="ellipse">
            <a:avLst/>
          </a:prstGeom>
          <a:solidFill>
            <a:srgbClr val="B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73419" y="4966317"/>
            <a:ext cx="87802" cy="87802"/>
          </a:xfrm>
          <a:prstGeom prst="ellipse">
            <a:avLst/>
          </a:prstGeom>
          <a:solidFill>
            <a:srgbClr val="AE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87235" y="4742885"/>
            <a:ext cx="115280" cy="115280"/>
          </a:xfrm>
          <a:prstGeom prst="ellipse">
            <a:avLst/>
          </a:prstGeom>
          <a:solidFill>
            <a:srgbClr val="C8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79082" y="3412004"/>
            <a:ext cx="99558" cy="99558"/>
          </a:xfrm>
          <a:prstGeom prst="ellipse">
            <a:avLst/>
          </a:prstGeom>
          <a:solidFill>
            <a:srgbClr val="EC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5908" y="5236122"/>
            <a:ext cx="52064" cy="52064"/>
          </a:xfrm>
          <a:prstGeom prst="ellipse">
            <a:avLst/>
          </a:prstGeom>
          <a:solidFill>
            <a:srgbClr val="D6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2451" y="5940719"/>
            <a:ext cx="72462" cy="72462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65023" y="6629716"/>
            <a:ext cx="87740" cy="87740"/>
          </a:xfrm>
          <a:prstGeom prst="ellipse">
            <a:avLst/>
          </a:prstGeom>
          <a:solidFill>
            <a:srgbClr val="ACA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7794" y="4125340"/>
            <a:ext cx="45764" cy="45764"/>
          </a:xfrm>
          <a:prstGeom prst="ellipse">
            <a:avLst/>
          </a:prstGeom>
          <a:solidFill>
            <a:srgbClr val="B8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13271" y="3020553"/>
            <a:ext cx="69472" cy="69472"/>
          </a:xfrm>
          <a:prstGeom prst="ellipse">
            <a:avLst/>
          </a:prstGeom>
          <a:solidFill>
            <a:srgbClr val="B5B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28933" y="1951306"/>
            <a:ext cx="83576" cy="83576"/>
          </a:xfrm>
          <a:prstGeom prst="ellipse">
            <a:avLst/>
          </a:prstGeom>
          <a:solidFill>
            <a:srgbClr val="B1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3194" y="5250452"/>
            <a:ext cx="104792" cy="104792"/>
          </a:xfrm>
          <a:prstGeom prst="ellipse">
            <a:avLst/>
          </a:prstGeom>
          <a:solidFill>
            <a:srgbClr val="E9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93429" y="5239672"/>
            <a:ext cx="87124" cy="87124"/>
          </a:xfrm>
          <a:prstGeom prst="ellipse">
            <a:avLst/>
          </a:prstGeom>
          <a:solidFill>
            <a:srgbClr val="B2B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24325" y="1574960"/>
            <a:ext cx="116242" cy="116242"/>
          </a:xfrm>
          <a:prstGeom prst="ellipse">
            <a:avLst/>
          </a:prstGeom>
          <a:solidFill>
            <a:srgbClr val="DD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55716" y="6428435"/>
            <a:ext cx="86718" cy="86718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33543" y="1179581"/>
            <a:ext cx="107406" cy="107406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90833" y="6310051"/>
            <a:ext cx="104942" cy="104942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384407" y="6629172"/>
            <a:ext cx="90090" cy="90090"/>
          </a:xfrm>
          <a:prstGeom prst="ellipse">
            <a:avLst/>
          </a:prstGeom>
          <a:solidFill>
            <a:srgbClr val="ABA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4684" y="3046537"/>
            <a:ext cx="103258" cy="103258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81134" y="6506671"/>
            <a:ext cx="71654" cy="71654"/>
          </a:xfrm>
          <a:prstGeom prst="ellipse">
            <a:avLst/>
          </a:prstGeom>
          <a:solidFill>
            <a:srgbClr val="BCB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94129" y="1887261"/>
            <a:ext cx="116074" cy="116074"/>
          </a:xfrm>
          <a:prstGeom prst="ellipse">
            <a:avLst/>
          </a:prstGeom>
          <a:solidFill>
            <a:srgbClr val="F1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99022" y="840424"/>
            <a:ext cx="76438" cy="76438"/>
          </a:xfrm>
          <a:prstGeom prst="ellipse">
            <a:avLst/>
          </a:prstGeom>
          <a:solidFill>
            <a:srgbClr val="BCB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85664" y="5155500"/>
            <a:ext cx="73736" cy="73736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90828" y="1876753"/>
            <a:ext cx="89412" cy="89412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89476" y="729156"/>
            <a:ext cx="49264" cy="49264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575962" y="5368064"/>
            <a:ext cx="105732" cy="105732"/>
          </a:xfrm>
          <a:prstGeom prst="ellipse">
            <a:avLst/>
          </a:prstGeom>
          <a:solidFill>
            <a:srgbClr val="BE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13228" y="1552703"/>
            <a:ext cx="46672" cy="46672"/>
          </a:xfrm>
          <a:prstGeom prst="ellipse">
            <a:avLst/>
          </a:prstGeom>
          <a:solidFill>
            <a:srgbClr val="C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722141" y="3997116"/>
            <a:ext cx="85624" cy="85624"/>
          </a:xfrm>
          <a:prstGeom prst="ellipse">
            <a:avLst/>
          </a:prstGeom>
          <a:solidFill>
            <a:srgbClr val="B4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106864" y="3251783"/>
            <a:ext cx="114952" cy="114952"/>
          </a:xfrm>
          <a:prstGeom prst="ellipse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4905" y="4393258"/>
            <a:ext cx="88222" cy="88222"/>
          </a:xfrm>
          <a:prstGeom prst="ellipse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98373" y="3683059"/>
            <a:ext cx="84014" cy="84014"/>
          </a:xfrm>
          <a:prstGeom prst="ellipse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722169" y="5350683"/>
            <a:ext cx="109904" cy="109904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536301" y="2046725"/>
            <a:ext cx="98748" cy="98748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88308" y="4721375"/>
            <a:ext cx="78896" cy="78896"/>
          </a:xfrm>
          <a:prstGeom prst="ellipse">
            <a:avLst/>
          </a:prstGeom>
          <a:solidFill>
            <a:srgbClr val="E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691524" y="4899906"/>
            <a:ext cx="95374" cy="95374"/>
          </a:xfrm>
          <a:prstGeom prst="ellipse">
            <a:avLst/>
          </a:prstGeom>
          <a:solidFill>
            <a:srgbClr val="ADA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29870" y="5925783"/>
            <a:ext cx="62624" cy="62624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53746" y="5913663"/>
            <a:ext cx="48352" cy="48352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67366" y="366727"/>
            <a:ext cx="75694" cy="75694"/>
          </a:xfrm>
          <a:prstGeom prst="ellipse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72441" y="1308536"/>
            <a:ext cx="90204" cy="90204"/>
          </a:xfrm>
          <a:prstGeom prst="ellipse">
            <a:avLst/>
          </a:prstGeom>
          <a:solidFill>
            <a:srgbClr val="C1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6887" y="245073"/>
            <a:ext cx="91410" cy="91410"/>
          </a:xfrm>
          <a:prstGeom prst="ellipse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55603" y="213576"/>
            <a:ext cx="102454" cy="102454"/>
          </a:xfrm>
          <a:prstGeom prst="ellipse">
            <a:avLst/>
          </a:prstGeom>
          <a:solidFill>
            <a:srgbClr val="D4D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5011" y="2197510"/>
            <a:ext cx="79650" cy="79650"/>
          </a:xfrm>
          <a:prstGeom prst="ellipse">
            <a:avLst/>
          </a:prstGeom>
          <a:solidFill>
            <a:srgbClr val="E3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02840" y="6549858"/>
            <a:ext cx="117870" cy="117870"/>
          </a:xfrm>
          <a:prstGeom prst="ellipse">
            <a:avLst/>
          </a:prstGeom>
          <a:solidFill>
            <a:srgbClr val="BBB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332674" y="2388157"/>
            <a:ext cx="62640" cy="62640"/>
          </a:xfrm>
          <a:prstGeom prst="ellipse">
            <a:avLst/>
          </a:prstGeom>
          <a:solidFill>
            <a:srgbClr val="BAB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66383" y="1540767"/>
            <a:ext cx="53810" cy="53810"/>
          </a:xfrm>
          <a:prstGeom prst="ellipse">
            <a:avLst/>
          </a:prstGeom>
          <a:solidFill>
            <a:srgbClr val="B9B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59569" y="4373146"/>
            <a:ext cx="51758" cy="51758"/>
          </a:xfrm>
          <a:prstGeom prst="ellipse">
            <a:avLst/>
          </a:prstGeom>
          <a:solidFill>
            <a:srgbClr val="B7B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926332" y="3170167"/>
            <a:ext cx="83906" cy="83906"/>
          </a:xfrm>
          <a:prstGeom prst="ellipse">
            <a:avLst/>
          </a:prstGeom>
          <a:solidFill>
            <a:srgbClr val="D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541630" y="609969"/>
            <a:ext cx="46120" cy="46120"/>
          </a:xfrm>
          <a:prstGeom prst="ellipse">
            <a:avLst/>
          </a:prstGeom>
          <a:solidFill>
            <a:srgbClr val="EC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238120" y="162655"/>
            <a:ext cx="64246" cy="64246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50"/>
                </a:solidFill>
                <a:latin typeface="Georgia"/>
              </a:rPr>
              <a:t>* Two Column Layout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1417320"/>
            <a:ext cx="5486400" cy="5166360"/>
          </a:xfrm>
          <a:prstGeom prst="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45352" y="1417320"/>
            <a:ext cx="5486400" cy="5166360"/>
          </a:xfrm>
          <a:prstGeom prst="rect">
            <a:avLst/>
          </a:prstGeom>
          <a:solidFill>
            <a:srgbClr val="0F1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0" y="1417320"/>
            <a:ext cx="5486400" cy="64008"/>
          </a:xfrm>
          <a:prstGeom prst="rect">
            <a:avLst/>
          </a:prstGeom>
          <a:solidFill>
            <a:srgbClr val="50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45352" y="1417320"/>
            <a:ext cx="5486400" cy="64008"/>
          </a:xfrm>
          <a:prstGeom prst="rect">
            <a:avLst/>
          </a:prstGeom>
          <a:solidFill>
            <a:srgbClr val="FFD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" y="1600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078DC"/>
                </a:solidFill>
                <a:latin typeface="Georgia"/>
              </a:rPr>
              <a:t>Left Column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3952" y="1600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50"/>
                </a:solidFill>
                <a:latin typeface="Georgia"/>
              </a:rPr>
              <a:t>Right Column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BEE6"/>
                </a:solidFill>
                <a:latin typeface="Calibri"/>
              </a:rPr>
              <a:t>- Point one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3952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BEE6"/>
                </a:solidFill>
                <a:latin typeface="Calibri"/>
              </a:rPr>
              <a:t>- Point one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2971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BEE6"/>
                </a:solidFill>
                <a:latin typeface="Calibri"/>
              </a:rPr>
              <a:t>- Point two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73952" y="2971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BEE6"/>
                </a:solidFill>
                <a:latin typeface="Calibri"/>
              </a:rPr>
              <a:t>- Point two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BEE6"/>
                </a:solidFill>
                <a:latin typeface="Calibri"/>
              </a:rPr>
              <a:t>- Point three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73952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BEE6"/>
                </a:solidFill>
                <a:latin typeface="Calibri"/>
              </a:rPr>
              <a:t>- Point three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4160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BEE6"/>
                </a:solidFill>
                <a:latin typeface="Calibri"/>
              </a:rPr>
              <a:t>- Point four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73952" y="4160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BEE6"/>
                </a:solidFill>
                <a:latin typeface="Calibri"/>
              </a:rPr>
              <a:t>- Point four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92061" y="2910321"/>
            <a:ext cx="88008" cy="88008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99515" y="3337892"/>
            <a:ext cx="66020" cy="66020"/>
          </a:xfrm>
          <a:prstGeom prst="ellipse">
            <a:avLst/>
          </a:prstGeom>
          <a:solidFill>
            <a:srgbClr val="BE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7905" y="3337177"/>
            <a:ext cx="51286" cy="51286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0242" y="5788196"/>
            <a:ext cx="89844" cy="89844"/>
          </a:xfrm>
          <a:prstGeom prst="ellipse">
            <a:avLst/>
          </a:prstGeom>
          <a:solidFill>
            <a:srgbClr val="DA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05155" y="5578297"/>
            <a:ext cx="64908" cy="64908"/>
          </a:xfrm>
          <a:prstGeom prst="ellipse">
            <a:avLst/>
          </a:prstGeom>
          <a:solidFill>
            <a:srgbClr val="C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79404" y="4481620"/>
            <a:ext cx="55446" cy="55446"/>
          </a:xfrm>
          <a:prstGeom prst="ellipse">
            <a:avLst/>
          </a:prstGeom>
          <a:solidFill>
            <a:srgbClr val="C8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78913" y="4160992"/>
            <a:ext cx="48956" cy="48956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58124" y="1336647"/>
            <a:ext cx="112258" cy="112258"/>
          </a:xfrm>
          <a:prstGeom prst="ellipse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43008" y="6052649"/>
            <a:ext cx="68716" cy="68716"/>
          </a:xfrm>
          <a:prstGeom prst="ellipse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42547" y="3181829"/>
            <a:ext cx="93486" cy="93486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71162" y="1104492"/>
            <a:ext cx="62126" cy="62126"/>
          </a:xfrm>
          <a:prstGeom prst="ellipse">
            <a:avLst/>
          </a:prstGeom>
          <a:solidFill>
            <a:srgbClr val="DE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12961" y="269477"/>
            <a:ext cx="67750" cy="67750"/>
          </a:xfrm>
          <a:prstGeom prst="ellipse">
            <a:avLst/>
          </a:prstGeom>
          <a:solidFill>
            <a:srgbClr val="F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17941" y="3598370"/>
            <a:ext cx="108274" cy="108274"/>
          </a:xfrm>
          <a:prstGeom prst="ellipse">
            <a:avLst/>
          </a:prstGeom>
          <a:solidFill>
            <a:srgbClr val="B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0003" y="6346948"/>
            <a:ext cx="112504" cy="112504"/>
          </a:xfrm>
          <a:prstGeom prst="ellipse">
            <a:avLst/>
          </a:prstGeom>
          <a:solidFill>
            <a:srgbClr val="BDB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17623" y="5241687"/>
            <a:ext cx="52786" cy="52786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18123" y="1330281"/>
            <a:ext cx="71226" cy="71226"/>
          </a:xfrm>
          <a:prstGeom prst="ellipse">
            <a:avLst/>
          </a:prstGeom>
          <a:solidFill>
            <a:srgbClr val="DF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01100" y="4607683"/>
            <a:ext cx="56218" cy="56218"/>
          </a:xfrm>
          <a:prstGeom prst="ellipse">
            <a:avLst/>
          </a:prstGeom>
          <a:solidFill>
            <a:srgbClr val="EC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89625" y="849472"/>
            <a:ext cx="79056" cy="79056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73158" y="6357013"/>
            <a:ext cx="58470" cy="58470"/>
          </a:xfrm>
          <a:prstGeom prst="ellipse">
            <a:avLst/>
          </a:prstGeom>
          <a:solidFill>
            <a:srgbClr val="C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04026" y="2372760"/>
            <a:ext cx="77518" cy="77518"/>
          </a:xfrm>
          <a:prstGeom prst="ellipse">
            <a:avLst/>
          </a:prstGeom>
          <a:solidFill>
            <a:srgbClr val="AA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62343" y="327297"/>
            <a:ext cx="111330" cy="111330"/>
          </a:xfrm>
          <a:prstGeom prst="ellipse">
            <a:avLst/>
          </a:prstGeom>
          <a:solidFill>
            <a:srgbClr val="C9C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4655" y="3038089"/>
            <a:ext cx="88356" cy="88356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63677" y="3345160"/>
            <a:ext cx="111078" cy="111078"/>
          </a:xfrm>
          <a:prstGeom prst="ellipse">
            <a:avLst/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936989" y="1864509"/>
            <a:ext cx="81022" cy="81022"/>
          </a:xfrm>
          <a:prstGeom prst="ellipse">
            <a:avLst/>
          </a:prstGeom>
          <a:solidFill>
            <a:srgbClr val="E9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3645" y="3318414"/>
            <a:ext cx="79474" cy="79474"/>
          </a:xfrm>
          <a:prstGeom prst="ellipse">
            <a:avLst/>
          </a:prstGeom>
          <a:solidFill>
            <a:srgbClr val="DD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82034" y="3668999"/>
            <a:ext cx="71266" cy="71266"/>
          </a:xfrm>
          <a:prstGeom prst="ellipse">
            <a:avLst/>
          </a:prstGeom>
          <a:solidFill>
            <a:srgbClr val="DB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20722" y="1159149"/>
            <a:ext cx="78004" cy="78004"/>
          </a:xfrm>
          <a:prstGeom prst="ellipse">
            <a:avLst/>
          </a:prstGeom>
          <a:solidFill>
            <a:srgbClr val="DF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83628" y="5873333"/>
            <a:ext cx="77802" cy="77802"/>
          </a:xfrm>
          <a:prstGeom prst="ellipse">
            <a:avLst/>
          </a:prstGeom>
          <a:solidFill>
            <a:srgbClr val="B2B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0398" y="683676"/>
            <a:ext cx="53674" cy="53674"/>
          </a:xfrm>
          <a:prstGeom prst="ellipse">
            <a:avLst/>
          </a:prstGeom>
          <a:solidFill>
            <a:srgbClr val="E4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47107" y="5400414"/>
            <a:ext cx="55910" cy="55910"/>
          </a:xfrm>
          <a:prstGeom prst="ellipse">
            <a:avLst/>
          </a:prstGeom>
          <a:solidFill>
            <a:srgbClr val="E1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4698" y="6214783"/>
            <a:ext cx="70826" cy="70826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09215" y="4711465"/>
            <a:ext cx="76686" cy="76686"/>
          </a:xfrm>
          <a:prstGeom prst="ellipse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66393" y="3535212"/>
            <a:ext cx="99826" cy="99826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61196" y="4631017"/>
            <a:ext cx="92726" cy="92726"/>
          </a:xfrm>
          <a:prstGeom prst="ellipse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59205" y="4262510"/>
            <a:ext cx="47540" cy="47540"/>
          </a:xfrm>
          <a:prstGeom prst="ellipse">
            <a:avLst/>
          </a:prstGeom>
          <a:solidFill>
            <a:srgbClr val="B8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64881" y="2943225"/>
            <a:ext cx="108546" cy="108546"/>
          </a:xfrm>
          <a:prstGeom prst="ellipse">
            <a:avLst/>
          </a:prstGeom>
          <a:solidFill>
            <a:srgbClr val="CF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80378" y="343813"/>
            <a:ext cx="112514" cy="112514"/>
          </a:xfrm>
          <a:prstGeom prst="ellipse">
            <a:avLst/>
          </a:prstGeom>
          <a:solidFill>
            <a:srgbClr val="B7B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798946" y="1949726"/>
            <a:ext cx="94730" cy="94730"/>
          </a:xfrm>
          <a:prstGeom prst="ellipse">
            <a:avLst/>
          </a:prstGeom>
          <a:solidFill>
            <a:srgbClr val="BCB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63903" y="2714320"/>
            <a:ext cx="103278" cy="103278"/>
          </a:xfrm>
          <a:prstGeom prst="ellipse">
            <a:avLst/>
          </a:prstGeom>
          <a:solidFill>
            <a:srgbClr val="D6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239602" y="4001129"/>
            <a:ext cx="76936" cy="76936"/>
          </a:xfrm>
          <a:prstGeom prst="ellipse">
            <a:avLst/>
          </a:prstGeom>
          <a:solidFill>
            <a:srgbClr val="B6B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31287" y="2092687"/>
            <a:ext cx="116106" cy="116106"/>
          </a:xfrm>
          <a:prstGeom prst="ellipse">
            <a:avLst/>
          </a:prstGeom>
          <a:solidFill>
            <a:srgbClr val="EC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95649" y="3029320"/>
            <a:ext cx="100104" cy="100104"/>
          </a:xfrm>
          <a:prstGeom prst="ellipse">
            <a:avLst/>
          </a:prstGeom>
          <a:solidFill>
            <a:srgbClr val="C4C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30636" y="2477554"/>
            <a:ext cx="91604" cy="91604"/>
          </a:xfrm>
          <a:prstGeom prst="ellipse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46446" y="2883078"/>
            <a:ext cx="75598" cy="75598"/>
          </a:xfrm>
          <a:prstGeom prst="ellipse">
            <a:avLst/>
          </a:prstGeom>
          <a:solidFill>
            <a:srgbClr val="DA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503451" y="4419949"/>
            <a:ext cx="50852" cy="50852"/>
          </a:xfrm>
          <a:prstGeom prst="ellipse">
            <a:avLst/>
          </a:prstGeom>
          <a:solidFill>
            <a:srgbClr val="E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04257" y="5555395"/>
            <a:ext cx="71176" cy="71176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518306" y="5114662"/>
            <a:ext cx="91720" cy="91720"/>
          </a:xfrm>
          <a:prstGeom prst="ellipse">
            <a:avLst/>
          </a:prstGeom>
          <a:solidFill>
            <a:srgbClr val="CEC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640517" y="2012809"/>
            <a:ext cx="82250" cy="82250"/>
          </a:xfrm>
          <a:prstGeom prst="ellipse">
            <a:avLst/>
          </a:prstGeom>
          <a:solidFill>
            <a:srgbClr val="CBC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1885" y="4324548"/>
            <a:ext cx="71248" cy="71248"/>
          </a:xfrm>
          <a:prstGeom prst="ellipse">
            <a:avLst/>
          </a:prstGeom>
          <a:solidFill>
            <a:srgbClr val="CDC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831983" y="3033346"/>
            <a:ext cx="80614" cy="80614"/>
          </a:xfrm>
          <a:prstGeom prst="ellipse">
            <a:avLst/>
          </a:prstGeom>
          <a:solidFill>
            <a:srgbClr val="E7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60756" y="3658433"/>
            <a:ext cx="72568" cy="72568"/>
          </a:xfrm>
          <a:prstGeom prst="ellipse">
            <a:avLst/>
          </a:prstGeom>
          <a:solidFill>
            <a:srgbClr val="DD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957601" y="1171348"/>
            <a:ext cx="89824" cy="89824"/>
          </a:xfrm>
          <a:prstGeom prst="ellipse">
            <a:avLst/>
          </a:prstGeom>
          <a:solidFill>
            <a:srgbClr val="DF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670064" y="474734"/>
            <a:ext cx="107700" cy="107700"/>
          </a:xfrm>
          <a:prstGeom prst="ellipse">
            <a:avLst/>
          </a:prstGeom>
          <a:solidFill>
            <a:srgbClr val="D1D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52264" y="2244007"/>
            <a:ext cx="69282" cy="69282"/>
          </a:xfrm>
          <a:prstGeom prst="ellipse">
            <a:avLst/>
          </a:prstGeom>
          <a:solidFill>
            <a:srgbClr val="D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372403" y="1946297"/>
            <a:ext cx="59352" cy="59352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24797" y="3750771"/>
            <a:ext cx="105494" cy="105494"/>
          </a:xfrm>
          <a:prstGeom prst="ellipse">
            <a:avLst/>
          </a:prstGeom>
          <a:solidFill>
            <a:srgbClr val="B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667610" y="5006172"/>
            <a:ext cx="115298" cy="115298"/>
          </a:xfrm>
          <a:prstGeom prst="ellipse">
            <a:avLst/>
          </a:prstGeom>
          <a:solidFill>
            <a:srgbClr val="C2C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857305" y="6602634"/>
            <a:ext cx="112646" cy="112646"/>
          </a:xfrm>
          <a:prstGeom prst="ellipse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29799" y="1381448"/>
            <a:ext cx="107750" cy="107750"/>
          </a:xfrm>
          <a:prstGeom prst="ellipse">
            <a:avLst/>
          </a:prstGeom>
          <a:solidFill>
            <a:srgbClr val="F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333302" y="6273415"/>
            <a:ext cx="86982" cy="86982"/>
          </a:xfrm>
          <a:prstGeom prst="ellipse">
            <a:avLst/>
          </a:prstGeom>
          <a:solidFill>
            <a:srgbClr val="D3D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471777" y="4437216"/>
            <a:ext cx="88020" cy="88020"/>
          </a:xfrm>
          <a:prstGeom prst="ellipse">
            <a:avLst/>
          </a:prstGeom>
          <a:solidFill>
            <a:srgbClr val="AE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824137" y="5792902"/>
            <a:ext cx="74762" cy="74762"/>
          </a:xfrm>
          <a:prstGeom prst="ellipse">
            <a:avLst/>
          </a:prstGeom>
          <a:solidFill>
            <a:srgbClr val="F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710946" y="5222246"/>
            <a:ext cx="54308" cy="54308"/>
          </a:xfrm>
          <a:prstGeom prst="ellipse">
            <a:avLst/>
          </a:prstGeom>
          <a:solidFill>
            <a:srgbClr val="D6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2011594" y="242749"/>
            <a:ext cx="113090" cy="11309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700947" y="641307"/>
            <a:ext cx="77850" cy="77850"/>
          </a:xfrm>
          <a:prstGeom prst="ellipse">
            <a:avLst/>
          </a:prstGeom>
          <a:solidFill>
            <a:srgbClr val="D6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66923" y="6219955"/>
            <a:ext cx="78252" cy="78252"/>
          </a:xfrm>
          <a:prstGeom prst="ellipse">
            <a:avLst/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337748" y="4855684"/>
            <a:ext cx="117848" cy="117848"/>
          </a:xfrm>
          <a:prstGeom prst="ellipse">
            <a:avLst/>
          </a:prstGeom>
          <a:solidFill>
            <a:srgbClr val="C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276277" y="2865850"/>
            <a:ext cx="106066" cy="106066"/>
          </a:xfrm>
          <a:prstGeom prst="ellipse">
            <a:avLst/>
          </a:prstGeom>
          <a:solidFill>
            <a:srgbClr val="F1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07861" y="2656576"/>
            <a:ext cx="52818" cy="52818"/>
          </a:xfrm>
          <a:prstGeom prst="ellipse">
            <a:avLst/>
          </a:prstGeom>
          <a:solidFill>
            <a:srgbClr val="FC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889171" y="6284291"/>
            <a:ext cx="59432" cy="59432"/>
          </a:xfrm>
          <a:prstGeom prst="ellipse">
            <a:avLst/>
          </a:prstGeom>
          <a:solidFill>
            <a:srgbClr val="FB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312789" y="2897386"/>
            <a:ext cx="112252" cy="112252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743896" y="6456262"/>
            <a:ext cx="90006" cy="90006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791806" y="6407002"/>
            <a:ext cx="49344" cy="49344"/>
          </a:xfrm>
          <a:prstGeom prst="ellipse">
            <a:avLst/>
          </a:prstGeom>
          <a:solidFill>
            <a:srgbClr val="C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231586" y="3806501"/>
            <a:ext cx="106872" cy="106872"/>
          </a:xfrm>
          <a:prstGeom prst="ellipse">
            <a:avLst/>
          </a:prstGeom>
          <a:solidFill>
            <a:srgbClr val="D0D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395088" y="332196"/>
            <a:ext cx="89468" cy="89468"/>
          </a:xfrm>
          <a:prstGeom prst="ellipse">
            <a:avLst/>
          </a:prstGeom>
          <a:solidFill>
            <a:srgbClr val="E0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1830" y="5120620"/>
            <a:ext cx="81686" cy="81686"/>
          </a:xfrm>
          <a:prstGeom prst="ellipse">
            <a:avLst/>
          </a:prstGeom>
          <a:solidFill>
            <a:srgbClr val="BFB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910319" y="5073453"/>
            <a:ext cx="79970" cy="79970"/>
          </a:xfrm>
          <a:prstGeom prst="ellipse">
            <a:avLst/>
          </a:prstGeom>
          <a:solidFill>
            <a:srgbClr val="D4D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561585" y="1191910"/>
            <a:ext cx="110068" cy="110068"/>
          </a:xfrm>
          <a:prstGeom prst="ellipse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504239" y="1067304"/>
            <a:ext cx="92664" cy="92664"/>
          </a:xfrm>
          <a:prstGeom prst="ellipse">
            <a:avLst/>
          </a:prstGeom>
          <a:solidFill>
            <a:srgbClr val="D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649239" y="2686226"/>
            <a:ext cx="105204" cy="105204"/>
          </a:xfrm>
          <a:prstGeom prst="ellipse">
            <a:avLst/>
          </a:prstGeom>
          <a:solidFill>
            <a:srgbClr val="C8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721608" y="-274320"/>
            <a:ext cx="4754880" cy="4754880"/>
          </a:xfrm>
          <a:prstGeom prst="ellipse">
            <a:avLst/>
          </a:prstGeom>
          <a:solidFill>
            <a:srgbClr val="0F1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57785" y="5358385"/>
            <a:ext cx="896110" cy="896110"/>
          </a:xfrm>
          <a:prstGeom prst="ellipse">
            <a:avLst/>
          </a:prstGeom>
          <a:solidFill>
            <a:srgbClr val="0F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05840" y="4910327"/>
            <a:ext cx="1280160" cy="1280160"/>
          </a:xfrm>
          <a:prstGeom prst="ellipse">
            <a:avLst/>
          </a:prstGeom>
          <a:solidFill>
            <a:srgbClr val="0F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837945" y="5358385"/>
            <a:ext cx="896110" cy="896110"/>
          </a:xfrm>
          <a:prstGeom prst="ellipse">
            <a:avLst/>
          </a:prstGeom>
          <a:solidFill>
            <a:srgbClr val="0F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33857" y="5486401"/>
            <a:ext cx="1024126" cy="1024126"/>
          </a:xfrm>
          <a:prstGeom prst="ellipse">
            <a:avLst/>
          </a:prstGeom>
          <a:solidFill>
            <a:srgbClr val="0F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308592" y="5330952"/>
            <a:ext cx="768096" cy="768096"/>
          </a:xfrm>
          <a:prstGeom prst="ellipse">
            <a:avLst/>
          </a:prstGeom>
          <a:solidFill>
            <a:srgbClr val="0F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692640" y="4946904"/>
            <a:ext cx="1097280" cy="1097280"/>
          </a:xfrm>
          <a:prstGeom prst="ellipse">
            <a:avLst/>
          </a:prstGeom>
          <a:solidFill>
            <a:srgbClr val="0F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405871" y="5330952"/>
            <a:ext cx="768096" cy="768096"/>
          </a:xfrm>
          <a:prstGeom prst="ellipse">
            <a:avLst/>
          </a:prstGeom>
          <a:solidFill>
            <a:srgbClr val="0F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802368" y="5440680"/>
            <a:ext cx="877824" cy="877824"/>
          </a:xfrm>
          <a:prstGeom prst="ellipse">
            <a:avLst/>
          </a:prstGeom>
          <a:solidFill>
            <a:srgbClr val="0F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" y="23774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D750"/>
                </a:solidFill>
                <a:latin typeface="Georgia"/>
              </a:rPr>
              <a:t>* Thank You *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0" y="3749039"/>
            <a:ext cx="6702552" cy="41148"/>
          </a:xfrm>
          <a:prstGeom prst="rect">
            <a:avLst/>
          </a:prstGeom>
          <a:solidFill>
            <a:srgbClr val="FFD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CB4FF"/>
                </a:solidFill>
                <a:latin typeface="Calibri"/>
              </a:rPr>
              <a:t>yourname@email.com  -  @handle  -  website.com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