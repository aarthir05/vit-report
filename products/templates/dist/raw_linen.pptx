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7432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27432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7432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27432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27432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-27432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27432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27432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12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12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12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98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98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98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98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98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98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98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98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8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98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98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184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184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184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84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184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184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184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184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184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184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184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6184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184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671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671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671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671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671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671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671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1671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671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1671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671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671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671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7157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157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157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7157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7157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7157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7157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157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157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157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7157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157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157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6440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26440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6440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6440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6440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26440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26440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6440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6440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6440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26440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26440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6440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8130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8130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130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130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8130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8130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8130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8130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8130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8130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8130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8130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8130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616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616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3616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3616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3616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616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616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3616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3616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616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616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3616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3616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91032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91032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1032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91032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91032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1032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91032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91032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91032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91032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91032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91032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91032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4589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4589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4589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4589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4589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589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4589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4589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4589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4589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589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4589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589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076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0076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0076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0076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076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0076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0076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0076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076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0076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0076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0076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076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55624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55624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5624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55624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55624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55624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55624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55624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55624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55624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55624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55624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55624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1048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1048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1048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1048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1048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1048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1048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1048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1048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1048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1048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1048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048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6535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6535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535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6535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535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6535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6535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535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535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535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6535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6535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6535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2021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2021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2021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021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2021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2021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2021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2021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2021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2021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021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82021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82021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7508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7508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7508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7508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87508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87508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7508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7508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508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7508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7508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508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7508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2994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994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994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2994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2994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2994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2994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2994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2994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2994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2994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2994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2994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8480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8480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8480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8480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8480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8480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8480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8480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8480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8480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8480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8480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8480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3967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3967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3967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3967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3967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3967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3967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3967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3967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3967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3967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3967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3967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09453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09453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9453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09453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09453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09453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9453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9453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09453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09453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09453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09453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09453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14940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14940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14940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4940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940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4940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14940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14940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14940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4940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4940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14940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20426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20426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20426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0426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0426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20426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0426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0426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0426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20426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20426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20426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20426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58400" y="0"/>
            <a:ext cx="2130552" cy="6858000"/>
          </a:xfrm>
          <a:prstGeom prst="rect">
            <a:avLst/>
          </a:prstGeom>
          <a:solidFill>
            <a:srgbClr val="DC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731520" y="2971800"/>
            <a:ext cx="3840480" cy="50292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731520" y="3108960"/>
            <a:ext cx="8686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25221C"/>
                </a:solidFill>
                <a:latin typeface="Georgia"/>
              </a:rPr>
              <a:t>Your Presentation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731520" y="4434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346"/>
                </a:solidFill>
                <a:latin typeface="Calibri"/>
              </a:rPr>
              <a:t>A minimal template  -  Author  - 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7432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27432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7432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27432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27432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-27432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27432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27432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12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12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12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98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98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98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98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98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98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98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98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8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98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98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184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184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184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84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184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184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184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184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184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184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184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6184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184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671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671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671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671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671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671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671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1671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671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1671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671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671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671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7157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157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157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7157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7157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7157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7157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157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157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157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7157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157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157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6440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26440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6440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6440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6440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26440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26440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6440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6440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6440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26440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26440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6440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8130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8130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130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130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8130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8130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8130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8130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8130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8130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8130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8130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8130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616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616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3616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3616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3616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616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616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3616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3616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616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616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3616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3616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91032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91032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1032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91032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91032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1032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91032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91032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91032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91032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91032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91032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91032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4589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4589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4589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4589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4589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589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4589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4589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4589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4589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589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4589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589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076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0076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0076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0076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076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0076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0076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0076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076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0076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0076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0076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076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55624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55624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5624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55624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55624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55624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55624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55624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55624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55624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55624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55624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55624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1048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1048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1048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1048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1048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1048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1048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1048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1048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1048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1048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1048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048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6535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6535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535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6535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535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6535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6535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535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535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535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6535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6535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6535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2021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2021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2021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021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2021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2021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2021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2021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2021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2021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021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82021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82021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7508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7508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7508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7508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87508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87508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7508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7508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508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7508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7508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508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7508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2994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994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994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2994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2994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2994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2994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2994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2994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2994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2994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2994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2994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8480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8480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8480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8480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8480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8480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8480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8480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8480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8480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8480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8480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8480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3967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3967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3967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3967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3967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3967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3967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3967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3967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3967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3967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3967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3967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09453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09453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9453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09453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09453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09453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9453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9453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09453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09453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09453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09453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09453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14940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14940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14940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4940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940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4940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14940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14940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14940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4940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4940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14940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20426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20426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20426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0426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0426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20426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0426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0426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0426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20426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20426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20426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20426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457200" y="731520"/>
            <a:ext cx="59436" cy="914400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685800" y="64008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5221C"/>
                </a:solidFill>
                <a:latin typeface="Georgia"/>
              </a:rPr>
              <a:t>Agenda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57200" y="1691640"/>
            <a:ext cx="11274552" cy="41148"/>
          </a:xfrm>
          <a:prstGeom prst="rect">
            <a:avLst/>
          </a:prstGeom>
          <a:solidFill>
            <a:srgbClr val="D2C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731520" y="2148840"/>
            <a:ext cx="237744" cy="237744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1143000" y="1965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5221C"/>
                </a:solidFill>
                <a:latin typeface="Calibri"/>
              </a:rPr>
              <a:t>  Introduction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731520" y="2953512"/>
            <a:ext cx="237744" cy="237744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143000" y="277063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5221C"/>
                </a:solidFill>
                <a:latin typeface="Calibri"/>
              </a:rPr>
              <a:t>  Background &amp; Context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31520" y="3758184"/>
            <a:ext cx="237744" cy="237744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143000" y="3575304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5221C"/>
                </a:solidFill>
                <a:latin typeface="Calibri"/>
              </a:rPr>
              <a:t>  Main Findings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731520" y="4562856"/>
            <a:ext cx="237744" cy="237744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143000" y="4379976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5221C"/>
                </a:solidFill>
                <a:latin typeface="Calibri"/>
              </a:rPr>
              <a:t>  Discussion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731520" y="5367528"/>
            <a:ext cx="237744" cy="237744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143000" y="518464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5221C"/>
                </a:solidFill>
                <a:latin typeface="Calibri"/>
              </a:rPr>
              <a:t>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7432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27432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7432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27432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27432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-27432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27432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27432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12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12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12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98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98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98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98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98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98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98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98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8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98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98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184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184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184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84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184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184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184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184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184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184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184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6184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184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671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671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671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671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671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671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671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1671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671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1671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671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671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671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7157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157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157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7157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7157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7157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7157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157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157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157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7157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157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157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6440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26440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6440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6440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6440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26440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26440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6440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6440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6440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26440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26440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6440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8130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8130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130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130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8130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8130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8130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8130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8130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8130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8130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8130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8130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616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616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3616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3616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3616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616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616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3616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3616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616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616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3616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3616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91032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91032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1032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91032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91032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1032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91032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91032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91032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91032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91032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91032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91032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4589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4589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4589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4589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4589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589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4589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4589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4589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4589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589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4589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589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076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0076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0076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0076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076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0076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0076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0076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076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0076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0076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0076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076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55624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55624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5624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55624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55624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55624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55624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55624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55624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55624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55624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55624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55624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1048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1048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1048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1048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1048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1048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1048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1048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1048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1048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1048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1048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048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6535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6535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535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6535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535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6535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6535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535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535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535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6535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6535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6535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2021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2021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2021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021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2021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2021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2021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2021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2021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2021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021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82021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82021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7508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7508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7508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7508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87508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87508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7508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7508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508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7508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7508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508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7508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2994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994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994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2994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2994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2994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2994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2994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2994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2994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2994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2994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2994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8480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8480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8480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8480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8480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8480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8480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8480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8480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8480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8480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8480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8480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3967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3967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3967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3967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3967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3967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3967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3967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3967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3967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3967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3967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3967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09453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09453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9453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09453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09453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09453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9453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9453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09453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09453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09453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09453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09453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14940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14940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14940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4940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940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4940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14940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14940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14940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4940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4940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14940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20426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20426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20426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0426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0426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20426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0426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0426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0426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20426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20426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20426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20426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DC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457200" y="640080"/>
            <a:ext cx="59436" cy="868680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685800" y="59436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5221C"/>
                </a:solidFill>
                <a:latin typeface="Georgia"/>
              </a:rPr>
              <a:t>Introduction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840480" y="118872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5221C"/>
                </a:solidFill>
                <a:latin typeface="Calibri"/>
              </a:rPr>
              <a:t>About This Presentation
Add a brief introduction here. Describe the purpose, scope, and key themes of your work.
Give your audience the context they need before the main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C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95F3C"/>
                </a:solidFill>
                <a:latin typeface="Calibri"/>
              </a:rPr>
              <a:t>Chapter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7180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5221C"/>
                </a:solidFill>
                <a:latin typeface="Georgia"/>
              </a:rPr>
              <a:t>Section Title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343400"/>
            <a:ext cx="5788152" cy="41148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7432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27432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7432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27432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27432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-27432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27432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27432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12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12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12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98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98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98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98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98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98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98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98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8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98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98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184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184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184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84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184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184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184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184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184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184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184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6184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184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671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671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671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671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671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671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671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1671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671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1671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671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671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671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7157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157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157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7157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7157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7157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7157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157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157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157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7157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157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157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6440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26440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6440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6440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6440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26440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26440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6440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6440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6440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26440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26440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6440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8130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8130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130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130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8130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8130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8130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8130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8130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8130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8130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8130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8130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616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616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3616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3616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3616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616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616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3616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3616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616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616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3616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3616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91032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91032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1032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91032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91032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1032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91032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91032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91032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91032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91032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91032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91032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4589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4589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4589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4589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4589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589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4589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4589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4589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4589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589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4589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589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076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0076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0076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0076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076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0076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0076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0076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076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0076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0076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0076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076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55624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55624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5624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55624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55624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55624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55624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55624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55624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55624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55624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55624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55624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1048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1048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1048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1048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1048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1048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1048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1048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1048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1048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1048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1048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048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6535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6535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535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6535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535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6535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6535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535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535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535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6535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6535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6535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2021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2021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2021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021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2021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2021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2021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2021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2021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2021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021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82021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82021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7508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7508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7508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7508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87508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87508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7508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7508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508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7508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7508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508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7508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2994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994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994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2994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2994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2994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2994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2994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2994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2994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2994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2994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2994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8480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8480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8480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8480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8480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8480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8480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8480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8480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8480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8480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8480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8480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3967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3967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3967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3967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3967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3967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3967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3967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3967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3967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3967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3967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3967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09453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09453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9453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09453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09453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09453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9453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9453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09453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09453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09453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09453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09453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14940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14940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14940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4940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940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4940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14940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14940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14940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4940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4940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14940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20426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20426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20426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0426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0426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20426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0426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0426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0426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20426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20426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20426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20426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DC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457200" y="256032"/>
            <a:ext cx="64008" cy="777240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658368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5221C"/>
                </a:solidFill>
                <a:latin typeface="Georgia"/>
              </a:rPr>
              <a:t>Key Topics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457200" y="1463040"/>
            <a:ext cx="3630168" cy="5120640"/>
          </a:xfrm>
          <a:prstGeom prst="roundRect">
            <a:avLst/>
          </a:prstGeom>
          <a:solidFill>
            <a:srgbClr val="EEE4D2"/>
          </a:solidFill>
          <a:ln w="19050">
            <a:solidFill>
              <a:srgbClr val="D2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40080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221C"/>
                </a:solidFill>
                <a:latin typeface="Georgia"/>
              </a:rPr>
              <a:t>Topic One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40080" y="2450592"/>
            <a:ext cx="3246120" cy="41148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640080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5221C"/>
                </a:solidFill>
                <a:latin typeface="Calibri"/>
              </a:rPr>
              <a:t>Add your description here. Summarise the key idea clearly and concisely.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4361688" y="1463040"/>
            <a:ext cx="3630168" cy="5120640"/>
          </a:xfrm>
          <a:prstGeom prst="roundRect">
            <a:avLst/>
          </a:prstGeom>
          <a:solidFill>
            <a:srgbClr val="EEE4D2"/>
          </a:solidFill>
          <a:ln w="19050">
            <a:solidFill>
              <a:srgbClr val="D2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4544568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221C"/>
                </a:solidFill>
                <a:latin typeface="Georgia"/>
              </a:rPr>
              <a:t>Topic Two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544568" y="2450592"/>
            <a:ext cx="3246120" cy="41148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4544568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5221C"/>
                </a:solidFill>
                <a:latin typeface="Calibri"/>
              </a:rPr>
              <a:t>Add your description here. Summarise the key idea clearly and concisely.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8266175" y="1463040"/>
            <a:ext cx="3630168" cy="5120640"/>
          </a:xfrm>
          <a:prstGeom prst="roundRect">
            <a:avLst/>
          </a:prstGeom>
          <a:solidFill>
            <a:srgbClr val="EEE4D2"/>
          </a:solidFill>
          <a:ln w="19050">
            <a:solidFill>
              <a:srgbClr val="D2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8449055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221C"/>
                </a:solidFill>
                <a:latin typeface="Georgia"/>
              </a:rPr>
              <a:t>Topic Three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449055" y="2450592"/>
            <a:ext cx="3246120" cy="41148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8449055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5221C"/>
                </a:solidFill>
                <a:latin typeface="Calibri"/>
              </a:rPr>
              <a:t>Add your description here. Summarise the key idea clearly and concisely.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7432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27432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7432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27432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27432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-27432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27432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27432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12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12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12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98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98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98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98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98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98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98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98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8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98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98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184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184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184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84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184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184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184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184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184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184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184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6184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184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671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671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671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671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671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671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671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1671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671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1671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671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671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671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7157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157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157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7157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7157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7157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7157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157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157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157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7157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157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157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6440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26440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6440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6440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6440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26440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26440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6440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6440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6440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26440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26440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6440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8130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8130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130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130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8130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8130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8130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8130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8130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8130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8130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8130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8130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616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616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3616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3616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3616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616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616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3616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3616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616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616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3616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3616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91032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91032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1032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91032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91032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1032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91032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91032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91032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91032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91032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91032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91032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4589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4589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4589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4589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4589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589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4589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4589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4589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4589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589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4589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589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076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0076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0076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0076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076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0076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0076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0076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076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0076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0076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0076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076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55624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55624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5624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55624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55624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55624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55624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55624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55624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55624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55624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55624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55624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1048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1048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1048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1048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1048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1048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1048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1048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1048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1048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1048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1048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048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6535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6535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535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6535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535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6535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6535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535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535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535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6535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6535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6535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2021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2021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2021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021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2021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2021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2021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2021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2021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2021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021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82021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82021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7508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7508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7508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7508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87508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87508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7508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7508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508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7508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7508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508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7508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2994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994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994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2994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2994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2994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2994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2994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2994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2994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2994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2994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2994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8480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8480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8480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8480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8480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8480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8480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8480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8480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8480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8480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8480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8480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3967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3967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3967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3967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3967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3967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3967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3967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3967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3967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3967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3967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3967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09453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09453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9453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09453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09453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09453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9453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9453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09453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09453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09453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09453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09453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14940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14940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14940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4940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940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4940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14940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14940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14940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4940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4940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14940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20426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20426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20426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0426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0426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20426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0426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0426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0426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20426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20426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20426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20426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DC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457200" y="256032"/>
            <a:ext cx="64008" cy="777240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658368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5221C"/>
                </a:solidFill>
                <a:latin typeface="Georgia"/>
              </a:rPr>
              <a:t>Key Takeaways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640080" y="1508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95F3C"/>
                </a:solidFill>
                <a:latin typeface="Georgia"/>
              </a:rPr>
              <a:t>01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234440" y="15087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5221C"/>
                </a:solidFill>
                <a:latin typeface="Calibri"/>
              </a:rPr>
              <a:t>First key insight - add a concise supporting statement here.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640080" y="26974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95F3C"/>
                </a:solidFill>
                <a:latin typeface="Georgia"/>
              </a:rPr>
              <a:t>02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234440" y="2697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5221C"/>
                </a:solidFill>
                <a:latin typeface="Calibri"/>
              </a:rPr>
              <a:t>Second key insight - add a concise supporting statement here.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640080" y="3886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95F3C"/>
                </a:solidFill>
                <a:latin typeface="Georgia"/>
              </a:rPr>
              <a:t>03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234440" y="3886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5221C"/>
                </a:solidFill>
                <a:latin typeface="Calibri"/>
              </a:rPr>
              <a:t>Third key insight - add a concise supporting statement here.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640080" y="50749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95F3C"/>
                </a:solidFill>
                <a:latin typeface="Georgia"/>
              </a:rPr>
              <a:t>04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234440" y="5074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5221C"/>
                </a:solidFill>
                <a:latin typeface="Calibri"/>
              </a:rPr>
              <a:t>Fourth key insight - add a concise supporting statement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7432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27432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7432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27432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27432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-27432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27432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27432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12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12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12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98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98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98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98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98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98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98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98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8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98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98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184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184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184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84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184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184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184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184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184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184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184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6184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184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671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671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671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671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671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671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671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1671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671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1671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671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671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671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7157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157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157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7157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7157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7157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7157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157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157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157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7157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157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157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6440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26440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6440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6440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6440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26440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26440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6440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6440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6440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26440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26440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6440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8130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8130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130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130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8130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8130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8130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8130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8130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8130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8130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8130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8130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616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616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3616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3616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3616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616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616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3616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3616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616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616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3616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3616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91032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91032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1032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91032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91032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1032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91032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91032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91032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91032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91032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91032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91032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4589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4589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4589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4589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4589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589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4589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4589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4589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4589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589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4589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589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076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0076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0076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0076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076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0076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0076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0076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076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0076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0076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0076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076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55624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55624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5624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55624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55624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55624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55624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55624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55624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55624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55624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55624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55624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1048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1048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1048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1048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1048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1048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1048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1048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1048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1048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1048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1048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048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6535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6535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535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6535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535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6535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6535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535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535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535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6535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6535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6535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2021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2021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2021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021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2021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2021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2021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2021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2021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2021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021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82021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82021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7508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7508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7508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7508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87508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87508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7508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7508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508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7508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7508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508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7508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2994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994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994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2994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2994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2994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2994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2994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2994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2994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2994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2994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2994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8480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8480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8480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8480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8480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8480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8480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8480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8480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8480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8480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8480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8480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3967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3967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3967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3967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3967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3967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3967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3967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3967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3967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3967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3967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3967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09453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09453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9453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09453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09453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09453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9453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9453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09453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09453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09453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09453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09453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14940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14940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14940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4940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940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4940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14940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14940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14940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4940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4940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14940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20426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20426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20426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0426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0426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20426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0426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0426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0426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20426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20426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20426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20426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457200" y="1371600"/>
            <a:ext cx="109728" cy="4114800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914400" y="19659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1">
                <a:solidFill>
                  <a:srgbClr val="25221C"/>
                </a:solidFill>
                <a:latin typeface="Georgia"/>
              </a:rPr>
              <a:t>“Add your most impactful quote here. Make it memorable.”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914400" y="44348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346"/>
                </a:solidFill>
                <a:latin typeface="Calibri"/>
              </a:rPr>
              <a:t>- Attribution Name,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7432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27432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7432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27432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27432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-27432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27432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27432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12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12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12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98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98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98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98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98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98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98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98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8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98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98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184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184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184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84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184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184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184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184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184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184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184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6184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184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671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671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671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671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671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671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671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1671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671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1671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671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671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671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7157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157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157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7157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7157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7157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7157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157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157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157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7157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157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157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6440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26440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6440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6440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6440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26440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26440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6440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6440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6440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26440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26440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6440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8130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8130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130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130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8130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8130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8130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8130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8130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8130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8130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8130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8130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616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616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3616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3616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3616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616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616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3616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3616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616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616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3616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3616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91032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91032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1032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91032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91032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1032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91032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91032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91032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91032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91032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91032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91032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4589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4589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4589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4589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4589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589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4589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4589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4589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4589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589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4589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589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076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0076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0076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0076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076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0076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0076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0076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076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0076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0076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0076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076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55624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55624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5624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55624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55624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55624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55624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55624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55624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55624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55624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55624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55624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1048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1048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1048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1048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1048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1048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1048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1048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1048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1048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1048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1048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048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6535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6535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535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6535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535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6535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6535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535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535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535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6535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6535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6535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2021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2021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2021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021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2021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2021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2021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2021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2021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2021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021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82021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82021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7508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7508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7508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7508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87508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87508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7508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7508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508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7508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7508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508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7508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2994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994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994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2994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2994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2994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2994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2994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2994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2994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2994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2994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2994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8480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8480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8480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8480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8480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8480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8480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8480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8480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8480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8480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8480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8480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3967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3967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3967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3967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3967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3967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3967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3967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3967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3967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3967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3967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3967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09453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09453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9453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09453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09453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09453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9453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9453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09453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09453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09453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09453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09453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14940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14940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14940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4940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940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4940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14940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14940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14940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4940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4940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14940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20426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20426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20426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0426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0426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20426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0426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0426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0426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20426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20426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20426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20426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DC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457200" y="256032"/>
            <a:ext cx="64008" cy="777240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658368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5221C"/>
                </a:solidFill>
                <a:latin typeface="Georgia"/>
              </a:rPr>
              <a:t>By the Numbers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457200" y="1463040"/>
            <a:ext cx="3630168" cy="5120640"/>
          </a:xfrm>
          <a:prstGeom prst="roundRect">
            <a:avLst/>
          </a:prstGeom>
          <a:solidFill>
            <a:srgbClr val="EEE4D2"/>
          </a:solidFill>
          <a:ln w="19050">
            <a:solidFill>
              <a:srgbClr val="D2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40080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B95F3C"/>
                </a:solidFill>
                <a:latin typeface="Georgia"/>
              </a:rPr>
              <a:t>97%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640080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221C"/>
                </a:solidFill>
                <a:latin typeface="Georgia"/>
              </a:rPr>
              <a:t>Accuracy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640080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5221C"/>
                </a:solidFill>
                <a:latin typeface="Calibri"/>
              </a:rPr>
              <a:t>Across all test cases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4361688" y="1463040"/>
            <a:ext cx="3630168" cy="5120640"/>
          </a:xfrm>
          <a:prstGeom prst="roundRect">
            <a:avLst/>
          </a:prstGeom>
          <a:solidFill>
            <a:srgbClr val="EEE4D2"/>
          </a:solidFill>
          <a:ln w="19050">
            <a:solidFill>
              <a:srgbClr val="D2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4544568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B95F3C"/>
                </a:solidFill>
                <a:latin typeface="Georgia"/>
              </a:rPr>
              <a:t>24/7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4544568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221C"/>
                </a:solidFill>
                <a:latin typeface="Georgia"/>
              </a:rPr>
              <a:t>Available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4544568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5221C"/>
                </a:solidFill>
                <a:latin typeface="Calibri"/>
              </a:rPr>
              <a:t>Round-the-clock support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8266175" y="1463040"/>
            <a:ext cx="3630168" cy="5120640"/>
          </a:xfrm>
          <a:prstGeom prst="roundRect">
            <a:avLst/>
          </a:prstGeom>
          <a:solidFill>
            <a:srgbClr val="EEE4D2"/>
          </a:solidFill>
          <a:ln w="19050">
            <a:solidFill>
              <a:srgbClr val="D2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8449055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B95F3C"/>
                </a:solidFill>
                <a:latin typeface="Georgia"/>
              </a:rPr>
              <a:t>150+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8449055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221C"/>
                </a:solidFill>
                <a:latin typeface="Georgia"/>
              </a:rPr>
              <a:t>Clients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8449055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5221C"/>
                </a:solidFill>
                <a:latin typeface="Calibri"/>
              </a:rPr>
              <a:t>Globally 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7432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27432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7432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27432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27432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-27432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27432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27432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12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12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12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98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98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98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98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98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98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98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98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8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98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98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184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184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184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84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184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184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184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184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184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184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184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6184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184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671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671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671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671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671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671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671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1671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671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1671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671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671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671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7157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157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157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7157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7157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7157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7157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157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157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157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7157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157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157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6440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26440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6440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6440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6440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26440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26440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6440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6440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6440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26440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26440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6440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8130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8130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130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130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8130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8130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8130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8130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8130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8130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8130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8130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8130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616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616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3616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3616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3616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616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616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3616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3616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616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616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3616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3616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91032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91032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1032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91032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91032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1032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91032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91032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91032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91032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91032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91032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91032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4589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4589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4589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4589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4589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589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4589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4589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4589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4589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589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4589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589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076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0076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0076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0076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076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0076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0076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0076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076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0076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0076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0076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076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55624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55624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5624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55624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55624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55624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55624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55624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55624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55624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55624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55624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55624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1048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1048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1048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1048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1048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1048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1048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1048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1048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1048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1048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1048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048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6535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6535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535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6535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535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6535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6535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535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535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535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6535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6535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6535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2021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2021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2021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021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2021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2021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2021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2021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2021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2021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021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82021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82021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7508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7508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7508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7508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87508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87508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7508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7508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508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7508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7508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508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7508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2994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994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994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2994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2994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2994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2994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2994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2994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2994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2994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2994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2994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8480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8480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8480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8480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8480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8480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8480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8480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8480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8480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8480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8480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8480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3967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3967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3967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3967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3967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3967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3967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3967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3967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3967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3967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3967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3967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09453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09453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9453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09453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09453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09453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9453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9453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09453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09453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09453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09453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09453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14940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14940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14940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4940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940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4940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14940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14940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14940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4940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4940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14940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20426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20426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20426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0426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0426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20426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0426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0426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0426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20426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20426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20426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20426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DC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457200" y="256032"/>
            <a:ext cx="64008" cy="777240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658368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5221C"/>
                </a:solidFill>
                <a:latin typeface="Georgia"/>
              </a:rPr>
              <a:t>Two Column Layout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57200" y="1417320"/>
            <a:ext cx="5486400" cy="5166360"/>
          </a:xfrm>
          <a:prstGeom prst="rect">
            <a:avLst/>
          </a:prstGeom>
          <a:solidFill>
            <a:srgbClr val="DC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6245352" y="1417320"/>
            <a:ext cx="5486400" cy="5166360"/>
          </a:xfrm>
          <a:prstGeom prst="rect">
            <a:avLst/>
          </a:prstGeom>
          <a:solidFill>
            <a:srgbClr val="EE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685800" y="1600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221C"/>
                </a:solidFill>
                <a:latin typeface="Georgia"/>
              </a:rPr>
              <a:t>Left Column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6473952" y="1600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221C"/>
                </a:solidFill>
                <a:latin typeface="Georgia"/>
              </a:rPr>
              <a:t>Right Column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685800" y="2304288"/>
            <a:ext cx="5029200" cy="41148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6473952" y="2304288"/>
            <a:ext cx="5029200" cy="41148"/>
          </a:xfrm>
          <a:prstGeom prst="rect">
            <a:avLst/>
          </a:prstGeom>
          <a:solidFill>
            <a:srgbClr val="647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685800" y="24871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5221C"/>
                </a:solidFill>
                <a:latin typeface="Calibri"/>
              </a:rPr>
              <a:t>- Point one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473952" y="24871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5221C"/>
                </a:solidFill>
                <a:latin typeface="Calibri"/>
              </a:rPr>
              <a:t>- Point one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685800" y="30815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5221C"/>
                </a:solidFill>
                <a:latin typeface="Calibri"/>
              </a:rPr>
              <a:t>- Point two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6473952" y="30815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5221C"/>
                </a:solidFill>
                <a:latin typeface="Calibri"/>
              </a:rPr>
              <a:t>- Point two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685800" y="36758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5221C"/>
                </a:solidFill>
                <a:latin typeface="Calibri"/>
              </a:rPr>
              <a:t>- Point three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6473952" y="36758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5221C"/>
                </a:solidFill>
                <a:latin typeface="Calibri"/>
              </a:rPr>
              <a:t>- Point three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85800" y="42702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5221C"/>
                </a:solidFill>
                <a:latin typeface="Calibri"/>
              </a:rPr>
              <a:t>- Point four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473952" y="42702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5221C"/>
                </a:solidFill>
                <a:latin typeface="Calibri"/>
              </a:rPr>
              <a:t>- Point four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7432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27432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7432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27432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27432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-27432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27432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27432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12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12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12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98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98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98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98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98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98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98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98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98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8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98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98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184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184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184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184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184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184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184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184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184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184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184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6184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184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671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671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671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671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671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671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671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1671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671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1671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671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671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671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7157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157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7157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7157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7157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7157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7157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7157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157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157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7157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157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157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6440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26440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6440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6440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6440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26440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26440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6440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6440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6440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26440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26440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6440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8130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8130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130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130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8130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8130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8130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8130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8130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8130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8130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8130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8130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616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616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3616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3616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3616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616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616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3616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3616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3616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3616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3616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3616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91032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91032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1032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91032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91032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1032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91032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91032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91032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91032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91032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91032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91032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4589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4589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4589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4589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4589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589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4589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4589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4589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4589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4589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4589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589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076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0076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0076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0076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076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0076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0076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0076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076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0076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0076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0076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076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55624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55624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5624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55624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55624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55624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55624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55624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55624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55624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55624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55624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55624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10488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10488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10488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10488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10488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10488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10488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10488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10488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10488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10488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10488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0488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6535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6535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535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6535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535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6535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6535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535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535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535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6535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6535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6535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2021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2021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2021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2021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2021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2021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2021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2021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2021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2021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2021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82021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82021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87508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7508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7508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7508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87508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87508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7508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7508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508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7508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7508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508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7508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2994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994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994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2994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2994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2994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2994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2994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2994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2994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2994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2994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2994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848087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848087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848087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848087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848087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848087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848087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848087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9848087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9848087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848087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848087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848087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39672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39672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39672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39672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39672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39672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39672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39672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39672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39672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39672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39672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39672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094536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094536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94536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094536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094536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094536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094536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94536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094536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094536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094536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094536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094536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149400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149400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149400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49400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9400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49400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149400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149400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149400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149400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149400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149400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2042648" y="-27432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2042648" y="5212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2042648" y="10698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042648" y="161848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042648" y="216712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2042648" y="27157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042648" y="326440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042648" y="381304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042648" y="436168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2042648" y="491032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2042648" y="545896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2042648" y="6007608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2042648" y="6556247"/>
            <a:ext cx="54864" cy="54864"/>
          </a:xfrm>
          <a:prstGeom prst="ellipse">
            <a:avLst/>
          </a:prstGeom>
          <a:solidFill>
            <a:srgbClr val="D7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DC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474720" y="3291840"/>
            <a:ext cx="8714232" cy="50292"/>
          </a:xfrm>
          <a:prstGeom prst="rect">
            <a:avLst/>
          </a:prstGeom>
          <a:solidFill>
            <a:srgbClr val="B9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274320" y="22860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5221C"/>
                </a:solidFill>
                <a:latin typeface="Georgia"/>
              </a:rPr>
              <a:t>Thank
You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931920" y="347472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346"/>
                </a:solidFill>
                <a:latin typeface="Calibri"/>
              </a:rPr>
              <a:t>yourname@email.com
@handle  -  website.com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