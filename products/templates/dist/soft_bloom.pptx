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822960"/>
            <a:ext cx="3291840" cy="32918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5120640"/>
            <a:ext cx="2377440" cy="2377440"/>
          </a:xfrm>
          <a:prstGeom prst="ellipse">
            <a:avLst/>
          </a:prstGeom>
          <a:solidFill>
            <a:srgbClr val="B4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166360"/>
            <a:ext cx="1828800" cy="1828800"/>
          </a:xfrm>
          <a:prstGeom prst="ellipse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48640"/>
            <a:ext cx="1188720" cy="118872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91440" cy="2148840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8686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46323C"/>
                </a:solidFill>
                <a:latin typeface="Georgia"/>
              </a:rPr>
              <a:t>Your Presentation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5A78"/>
                </a:solidFill>
                <a:latin typeface="Calibri"/>
              </a:rPr>
              <a:t>Subtitle  -  Presenter Name  -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257800"/>
            <a:ext cx="2926080" cy="2926080"/>
          </a:xfrm>
          <a:prstGeom prst="ellipse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697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6323C"/>
                </a:solidFill>
                <a:latin typeface="Georg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23C"/>
                </a:solidFill>
                <a:latin typeface="Calibri"/>
              </a:rPr>
              <a:t>01 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23C"/>
                </a:solidFill>
                <a:latin typeface="Calibri"/>
              </a:rPr>
              <a:t>02  Key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718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23C"/>
                </a:solidFill>
                <a:latin typeface="Calibri"/>
              </a:rPr>
              <a:t>03 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840479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23C"/>
                </a:solidFill>
                <a:latin typeface="Calibri"/>
              </a:rPr>
              <a:t>04 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7091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6323C"/>
                </a:solidFill>
                <a:latin typeface="Calibri"/>
              </a:rPr>
              <a:t>05  Wrap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4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6323C"/>
                </a:solidFill>
                <a:latin typeface="Georgia"/>
              </a:rP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114800" cy="5074920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6323C"/>
                </a:solidFill>
                <a:latin typeface="Calibri"/>
              </a:rPr>
              <a:t>[ Image / Visual Placeholder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508760"/>
            <a:ext cx="68580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About This Presentation
Add a brief introduction here. Describe the purpose, scope, and key themes of your work.
Give your audience the context they need before the main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188720"/>
            <a:ext cx="4023360" cy="4023360"/>
          </a:xfrm>
          <a:prstGeom prst="ellipse">
            <a:avLst/>
          </a:prstGeom>
          <a:solidFill>
            <a:srgbClr val="D7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3977640"/>
            <a:ext cx="4389120" cy="4389120"/>
          </a:xfrm>
          <a:prstGeom prst="ellipse">
            <a:avLst/>
          </a:prstGeom>
          <a:solidFill>
            <a:srgbClr val="D7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-548640"/>
            <a:ext cx="2194560" cy="2194560"/>
          </a:xfrm>
          <a:prstGeom prst="ellipse">
            <a:avLst/>
          </a:prstGeom>
          <a:solidFill>
            <a:srgbClr val="D7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DCE6"/>
                </a:solidFill>
                <a:latin typeface="Calibri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5F8"/>
                </a:solidFill>
                <a:latin typeface="Georgia"/>
              </a:rPr>
              <a:t>Section Title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343400"/>
            <a:ext cx="5788152" cy="41148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6323C"/>
                </a:solidFill>
                <a:latin typeface="Georgia"/>
              </a:rPr>
              <a:t>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6323C"/>
                </a:solidFill>
                <a:latin typeface="Georgia"/>
              </a:rPr>
              <a:t>Topic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50592"/>
            <a:ext cx="3246120" cy="41148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6323C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6323C"/>
                </a:solidFill>
                <a:latin typeface="Georgia"/>
              </a:rPr>
              <a:t>Topic Two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450592"/>
            <a:ext cx="3246120" cy="41148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6323C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6323C"/>
                </a:solidFill>
                <a:latin typeface="Georgia"/>
              </a:rPr>
              <a:t>Topic Three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49055" y="2450592"/>
            <a:ext cx="3246120" cy="41148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6323C"/>
                </a:solidFill>
                <a:latin typeface="Calibri"/>
              </a:rPr>
              <a:t>Add your description here. Summarise the key idea clearly and concisely.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6323C"/>
                </a:solidFill>
                <a:latin typeface="Georgia"/>
              </a:rP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667512" y="1581912"/>
            <a:ext cx="402336" cy="402336"/>
          </a:xfrm>
          <a:prstGeom prst="ellipse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23C"/>
                </a:solidFill>
                <a:latin typeface="Calibri"/>
              </a:rPr>
              <a:t>First key insight - add a concise supporting statement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67512" y="2770632"/>
            <a:ext cx="402336" cy="402336"/>
          </a:xfrm>
          <a:prstGeom prst="ellipse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23C"/>
                </a:solidFill>
                <a:latin typeface="Calibri"/>
              </a:rPr>
              <a:t>Second key insight - add a concise supporting statement here.</a:t>
            </a:r>
          </a:p>
        </p:txBody>
      </p:sp>
      <p:sp>
        <p:nvSpPr>
          <p:cNvPr id="9" name="Oval 8"/>
          <p:cNvSpPr/>
          <p:nvPr/>
        </p:nvSpPr>
        <p:spPr>
          <a:xfrm>
            <a:off x="667512" y="3959352"/>
            <a:ext cx="402336" cy="402336"/>
          </a:xfrm>
          <a:prstGeom prst="ellipse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23C"/>
                </a:solidFill>
                <a:latin typeface="Calibri"/>
              </a:rPr>
              <a:t>Third key insight - add a concise supporting statement here.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5148072"/>
            <a:ext cx="402336" cy="402336"/>
          </a:xfrm>
          <a:prstGeom prst="ellipse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074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6323C"/>
                </a:solidFill>
                <a:latin typeface="Calibri"/>
              </a:rPr>
              <a:t>Fourth key insight - add a concise supporting statement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-731520"/>
            <a:ext cx="3291840" cy="3291840"/>
          </a:xfrm>
          <a:prstGeom prst="ellipse">
            <a:avLst/>
          </a:prstGeom>
          <a:solidFill>
            <a:srgbClr val="FF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4114800"/>
            <a:ext cx="3657600" cy="3657600"/>
          </a:xfrm>
          <a:prstGeom prst="ellipse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C85A78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46323C"/>
                </a:solidFill>
                <a:latin typeface="Georgia"/>
              </a:rPr>
              <a:t>Add your most impactful quote or key message here. Make it memorable.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519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5A78"/>
                </a:solidFill>
                <a:latin typeface="Calibri"/>
              </a:rPr>
              <a:t>- Attribution Name,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4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6323C"/>
                </a:solidFill>
                <a:latin typeface="Georgia"/>
              </a:rPr>
              <a:t>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85A78"/>
                </a:solidFill>
                <a:latin typeface="Georgia"/>
              </a:rPr>
              <a:t>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323C"/>
                </a:solidFill>
                <a:latin typeface="Georgia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6323C"/>
                </a:solidFill>
                <a:latin typeface="Calibri"/>
              </a:rPr>
              <a:t>Across all test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85A78"/>
                </a:solidFill>
                <a:latin typeface="Georgia"/>
              </a:rP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323C"/>
                </a:solidFill>
                <a:latin typeface="Georgia"/>
              </a:rPr>
              <a:t>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6323C"/>
                </a:solidFill>
                <a:latin typeface="Calibri"/>
              </a:rPr>
              <a:t>Round-the-clock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85A78"/>
                </a:solidFill>
                <a:latin typeface="Georgia"/>
              </a:rPr>
              <a:t>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323C"/>
                </a:solidFill>
                <a:latin typeface="Georgia"/>
              </a:rPr>
              <a:t>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6323C"/>
                </a:solidFill>
                <a:latin typeface="Calibri"/>
              </a:rPr>
              <a:t>Globally 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6323C"/>
                </a:solidFill>
                <a:latin typeface="Georgia"/>
              </a:rPr>
              <a:t>Two 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516636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5352" y="1417320"/>
            <a:ext cx="5486400" cy="5166360"/>
          </a:xfrm>
          <a:prstGeom prst="rect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6323C"/>
                </a:solidFill>
                <a:latin typeface="Georgia"/>
              </a:rPr>
              <a:t>Left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6323C"/>
                </a:solidFill>
                <a:latin typeface="Georgia"/>
              </a:rPr>
              <a:t>Right 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04288"/>
            <a:ext cx="5029200" cy="41148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2304288"/>
            <a:ext cx="5029200" cy="41148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6758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70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70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6323C"/>
                </a:solidFill>
                <a:latin typeface="Calibri"/>
              </a:rPr>
              <a:t>- Point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822960"/>
            <a:ext cx="3291840" cy="32918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5120640"/>
            <a:ext cx="2377440" cy="2377440"/>
          </a:xfrm>
          <a:prstGeom prst="ellipse">
            <a:avLst/>
          </a:prstGeom>
          <a:solidFill>
            <a:srgbClr val="B4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166360"/>
            <a:ext cx="1828800" cy="1828800"/>
          </a:xfrm>
          <a:prstGeom prst="ellipse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48640"/>
            <a:ext cx="1188720" cy="118872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6323C"/>
                </a:solidFill>
                <a:latin typeface="Georgia"/>
              </a:rP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794760"/>
            <a:ext cx="6702552" cy="41148"/>
          </a:xfrm>
          <a:prstGeom prst="rect">
            <a:avLst/>
          </a:prstGeom>
          <a:solidFill>
            <a:srgbClr val="C8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5A78"/>
                </a:solidFill>
                <a:latin typeface="Calibri"/>
              </a:rPr>
              <a:t>yourname@email.com  -  @handle  -  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