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-411480"/>
            <a:ext cx="822960" cy="8229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-640080"/>
            <a:ext cx="1280160" cy="12801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-1097280"/>
            <a:ext cx="2194560" cy="21945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25880" y="-1325880"/>
            <a:ext cx="2651760" cy="26517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783080" y="-1783080"/>
            <a:ext cx="3566160" cy="35661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011680" y="-2011680"/>
            <a:ext cx="4023360" cy="4023360"/>
          </a:xfrm>
          <a:prstGeom prst="ellipse">
            <a:avLst/>
          </a:prstGeom>
          <a:noFill/>
          <a:ln w="1270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23192" y="6492240"/>
            <a:ext cx="731520" cy="731520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22024" y="6291072"/>
            <a:ext cx="1133856" cy="1133856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20856" y="6089904"/>
            <a:ext cx="1536192" cy="1536192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9688" y="5888736"/>
            <a:ext cx="1938528" cy="1938528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18520" y="5687568"/>
            <a:ext cx="2340864" cy="2340864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17352" y="5486400"/>
            <a:ext cx="2743200" cy="2743200"/>
          </a:xfrm>
          <a:prstGeom prst="ellipse">
            <a:avLst/>
          </a:prstGeom>
          <a:noFill/>
          <a:ln w="1270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15700" y="-45720"/>
            <a:ext cx="594360" cy="137160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72900" y="-45720"/>
            <a:ext cx="411480" cy="1005840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32819" y="320039"/>
            <a:ext cx="320040" cy="82296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0896" y="5760720"/>
            <a:ext cx="475488" cy="109728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5760720"/>
            <a:ext cx="329184" cy="804672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4592" y="6053328"/>
            <a:ext cx="256031" cy="658368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3337560"/>
            <a:ext cx="2926080" cy="50292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19456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5A3A1E"/>
                </a:solidFill>
                <a:latin typeface="Georgia"/>
              </a:rPr>
              <a:t>Your Presentation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36941"/>
                </a:solidFill>
                <a:latin typeface="Calibri"/>
              </a:rPr>
              <a:t>Subtitle  -  Author Name  -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71215" y="-91440"/>
            <a:ext cx="475488" cy="109728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36975" y="-91440"/>
            <a:ext cx="329184" cy="804672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24912" y="201168"/>
            <a:ext cx="256031" cy="658368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A3A1E"/>
                </a:solidFill>
                <a:latin typeface="Georgia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35608"/>
            <a:ext cx="201168" cy="20116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A3A1E"/>
                </a:solidFill>
                <a:latin typeface="Calibri"/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304288"/>
            <a:ext cx="201168" cy="20116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A3A1E"/>
                </a:solidFill>
                <a:latin typeface="Calibri"/>
              </a:rPr>
              <a:t>Background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172968"/>
            <a:ext cx="201168" cy="20116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9718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A3A1E"/>
                </a:solidFill>
                <a:latin typeface="Calibri"/>
              </a:rPr>
              <a:t>Main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041647"/>
            <a:ext cx="201168" cy="20116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840479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A3A1E"/>
                </a:solidFill>
                <a:latin typeface="Calibri"/>
              </a:rPr>
              <a:t>Discussion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4910328"/>
            <a:ext cx="201168" cy="20116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7091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A3A1E"/>
                </a:solidFill>
                <a:latin typeface="Calibri"/>
              </a:rPr>
              <a:t>Closing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A3A1E"/>
                </a:solidFill>
                <a:latin typeface="Georgia"/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114800" cy="507492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3A1E"/>
                </a:solidFill>
                <a:latin typeface="Calibri"/>
              </a:rPr>
              <a:t>[ Image / Visual ]</a:t>
            </a:r>
          </a:p>
        </p:txBody>
      </p:sp>
      <p:sp>
        <p:nvSpPr>
          <p:cNvPr id="7" name="Oval 6"/>
          <p:cNvSpPr/>
          <p:nvPr/>
        </p:nvSpPr>
        <p:spPr>
          <a:xfrm>
            <a:off x="4256531" y="1051560"/>
            <a:ext cx="356616" cy="822959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30852" y="1051560"/>
            <a:ext cx="246888" cy="603504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46803" y="1271016"/>
            <a:ext cx="192024" cy="493776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68580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6062" y="68579"/>
            <a:ext cx="653796" cy="150876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8982" y="68579"/>
            <a:ext cx="452628" cy="1106424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4894" y="470915"/>
            <a:ext cx="352044" cy="905256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2820" y="5440680"/>
            <a:ext cx="594360" cy="137160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0020" y="5440680"/>
            <a:ext cx="411480" cy="1005840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49940" y="5806440"/>
            <a:ext cx="320040" cy="82296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36941"/>
                </a:solidFill>
                <a:latin typeface="Calibri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A3A1E"/>
                </a:solidFill>
                <a:latin typeface="Georgia"/>
              </a:rPr>
              <a:t>Section Title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343400"/>
            <a:ext cx="5788152" cy="4114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A3A1E"/>
                </a:solidFill>
                <a:latin typeface="Georgia"/>
              </a:rPr>
              <a:t>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A3A1E"/>
                </a:solidFill>
                <a:latin typeface="Georgia"/>
              </a:rPr>
              <a:t>Topic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3246120" cy="4114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3A1E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A3A1E"/>
                </a:solidFill>
                <a:latin typeface="Georgia"/>
              </a:rPr>
              <a:t>Topic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450592"/>
            <a:ext cx="3246120" cy="4114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3A1E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A3A1E"/>
                </a:solidFill>
                <a:latin typeface="Georgia"/>
              </a:rPr>
              <a:t>Topic Three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9055" y="2450592"/>
            <a:ext cx="3246120" cy="4114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3A1E"/>
                </a:solidFill>
                <a:latin typeface="Calibri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A3A1E"/>
                </a:solidFill>
                <a:latin typeface="Georgia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09928"/>
            <a:ext cx="219456" cy="219456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A3A1E"/>
                </a:solidFill>
                <a:latin typeface="Calibri"/>
              </a:rPr>
              <a:t>First key insight - add a concise supporting statement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898648"/>
            <a:ext cx="219456" cy="219456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A3A1E"/>
                </a:solidFill>
                <a:latin typeface="Calibri"/>
              </a:rPr>
              <a:t>Second key insight - add a concise supporting statement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87368"/>
            <a:ext cx="219456" cy="219456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A3A1E"/>
                </a:solidFill>
                <a:latin typeface="Calibri"/>
              </a:rPr>
              <a:t>Third key insight - add a concise supporting statement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76088"/>
            <a:ext cx="219456" cy="219456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A3A1E"/>
                </a:solidFill>
                <a:latin typeface="Calibri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5497" y="205739"/>
            <a:ext cx="534924" cy="123444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6978" y="205739"/>
            <a:ext cx="370332" cy="905256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0906" y="534924"/>
            <a:ext cx="288036" cy="740664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5486400"/>
            <a:ext cx="475488" cy="109728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58016" y="5486399"/>
            <a:ext cx="329184" cy="804672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45952" y="5779007"/>
            <a:ext cx="256031" cy="658368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C36941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5A3A1E"/>
                </a:solidFill>
                <a:latin typeface="Georgia"/>
              </a:rPr>
              <a:t>Add your most impactful quote or key message here. Make it memorable.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36941"/>
                </a:solidFill>
                <a:latin typeface="Calibri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A3A1E"/>
                </a:solidFill>
                <a:latin typeface="Georgia"/>
              </a:rPr>
              <a:t>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36941"/>
                </a:solidFill>
                <a:latin typeface="Georgia"/>
              </a:rPr>
              <a:t>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A3A1E"/>
                </a:solidFill>
                <a:latin typeface="Georgia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3A1E"/>
                </a:solidFill>
                <a:latin typeface="Calibri"/>
              </a:rPr>
              <a:t>Across all 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36941"/>
                </a:solidFill>
                <a:latin typeface="Georgia"/>
              </a:rP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A3A1E"/>
                </a:solidFill>
                <a:latin typeface="Georgia"/>
              </a:rPr>
              <a:t>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3A1E"/>
                </a:solidFill>
                <a:latin typeface="Calibri"/>
              </a:rPr>
              <a:t>Round-the-clock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E6CDAA"/>
          </a:solidFill>
          <a:ln w="19050">
            <a:solidFill>
              <a:srgbClr val="C3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36941"/>
                </a:solidFill>
                <a:latin typeface="Georgia"/>
              </a:rP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A3A1E"/>
                </a:solidFill>
                <a:latin typeface="Georgia"/>
              </a:rPr>
              <a:t>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3A1E"/>
                </a:solidFill>
                <a:latin typeface="Calibri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A3A1E"/>
                </a:solidFill>
                <a:latin typeface="Georgia"/>
              </a:rPr>
              <a:t>Two 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EBE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91440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5352" y="1417320"/>
            <a:ext cx="5486400" cy="91440"/>
          </a:xfrm>
          <a:prstGeom prst="rect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A3A1E"/>
                </a:solidFill>
                <a:latin typeface="Georgia"/>
              </a:rPr>
              <a:t>Left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645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A3A1E"/>
                </a:solidFill>
                <a:latin typeface="Georgia"/>
              </a:rPr>
              <a:t>Right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A3A1E"/>
                </a:solidFill>
                <a:latin typeface="Calibri"/>
              </a:rPr>
              <a:t>-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77472" y="6446520"/>
            <a:ext cx="822960" cy="822960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6190488"/>
            <a:ext cx="1335024" cy="1335024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65408" y="5934456"/>
            <a:ext cx="1847088" cy="1847088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09376" y="5678424"/>
            <a:ext cx="2359152" cy="2359152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53344" y="5422392"/>
            <a:ext cx="2871216" cy="2871216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97312" y="5166360"/>
            <a:ext cx="3383280" cy="3383280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4910328"/>
            <a:ext cx="3895344" cy="3895344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5248" y="4654296"/>
            <a:ext cx="4407408" cy="4407408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29216" y="4398264"/>
            <a:ext cx="4919472" cy="4919472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73184" y="4142232"/>
            <a:ext cx="5431536" cy="5431536"/>
          </a:xfrm>
          <a:prstGeom prst="ellipse">
            <a:avLst/>
          </a:prstGeom>
          <a:noFill/>
          <a:ln w="15240">
            <a:solidFill>
              <a:srgbClr val="B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" y="228600"/>
            <a:ext cx="594360" cy="137160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5860" y="228600"/>
            <a:ext cx="411480" cy="1005840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" y="594360"/>
            <a:ext cx="320040" cy="82296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71098" y="5509260"/>
            <a:ext cx="534924" cy="1234440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82578" y="5509260"/>
            <a:ext cx="370332" cy="905256"/>
          </a:xfrm>
          <a:prstGeom prst="ellipse">
            <a:avLst/>
          </a:prstGeom>
          <a:solidFill>
            <a:srgbClr val="B9C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06506" y="5838444"/>
            <a:ext cx="288036" cy="740664"/>
          </a:xfrm>
          <a:prstGeom prst="ellipse">
            <a:avLst/>
          </a:prstGeom>
          <a:solidFill>
            <a:srgbClr val="5A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A3A1E"/>
                </a:solidFill>
                <a:latin typeface="Georgia"/>
              </a:rPr>
              <a:t>Thank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749039"/>
            <a:ext cx="6702552" cy="41148"/>
          </a:xfrm>
          <a:prstGeom prst="rect">
            <a:avLst/>
          </a:prstGeom>
          <a:solidFill>
            <a:srgbClr val="C3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36941"/>
                </a:solidFill>
                <a:latin typeface="Calibri"/>
              </a:rPr>
              <a:t>yourname@email.com  -  @handle  -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