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93543" y="5575561"/>
            <a:ext cx="281662" cy="281662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27375" y="5035585"/>
            <a:ext cx="223016" cy="223016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46013" y="688242"/>
            <a:ext cx="133718" cy="133718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217329" y="5091549"/>
            <a:ext cx="128438" cy="128438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79616" y="5292660"/>
            <a:ext cx="246936" cy="246936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786041" y="271987"/>
            <a:ext cx="133134" cy="133134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3523" y="5805864"/>
            <a:ext cx="266114" cy="266114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24691" y="3470079"/>
            <a:ext cx="281648" cy="281648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77024" y="2281052"/>
            <a:ext cx="264176" cy="264176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50811" y="6131114"/>
            <a:ext cx="211738" cy="211738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089" y="668219"/>
            <a:ext cx="254620" cy="254620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62045" y="835589"/>
            <a:ext cx="194942" cy="194942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45111" y="3272971"/>
            <a:ext cx="322586" cy="322586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09438" y="4455715"/>
            <a:ext cx="189044" cy="189044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550123" y="3266151"/>
            <a:ext cx="317296" cy="317296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50324" y="276044"/>
            <a:ext cx="176846" cy="176846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42985" y="1156977"/>
            <a:ext cx="238416" cy="238416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286992" y="4924629"/>
            <a:ext cx="145410" cy="145410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064521" y="5145771"/>
            <a:ext cx="232812" cy="232812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30423" y="4850241"/>
            <a:ext cx="222428" cy="222428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74731" y="6486481"/>
            <a:ext cx="247344" cy="247344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43200" y="1160296"/>
            <a:ext cx="173668" cy="173668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145983" y="3539289"/>
            <a:ext cx="301078" cy="301078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795746" y="2251550"/>
            <a:ext cx="298498" cy="298498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75823" y="1790882"/>
            <a:ext cx="238254" cy="238254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421874" y="-48006"/>
            <a:ext cx="694944" cy="694944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377422" y="-48006"/>
            <a:ext cx="694944" cy="694944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52176" y="82296"/>
            <a:ext cx="434340" cy="43434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507724" y="82296"/>
            <a:ext cx="434340" cy="43434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769347" y="299467"/>
            <a:ext cx="955546" cy="955546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82275" y="412395"/>
            <a:ext cx="729690" cy="72969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4330" y="5474970"/>
            <a:ext cx="548640" cy="548640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08710" y="5474970"/>
            <a:ext cx="548640" cy="548640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7200" y="5577840"/>
            <a:ext cx="342900" cy="34290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11580" y="5577840"/>
            <a:ext cx="342900" cy="34290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28650" y="5749290"/>
            <a:ext cx="754380" cy="754380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7804" y="5838444"/>
            <a:ext cx="576072" cy="576072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71600" y="2377440"/>
            <a:ext cx="7772400" cy="1371600"/>
          </a:xfrm>
          <a:prstGeom prst="roundRect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17320" y="2423160"/>
            <a:ext cx="7680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3C2832"/>
                </a:solidFill>
                <a:latin typeface="Georgia"/>
              </a:rPr>
              <a:t>Your Cute Presentation!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3886200"/>
            <a:ext cx="7680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E6648C"/>
                </a:solidFill>
                <a:latin typeface="Calibri"/>
              </a:rPr>
              <a:t>Subtitle  -  Name  - 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432034" y="6307656"/>
            <a:ext cx="139392" cy="139392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283746" y="1104976"/>
            <a:ext cx="290752" cy="290752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060178" y="1466738"/>
            <a:ext cx="135204" cy="135204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16297" y="2868960"/>
            <a:ext cx="207182" cy="207182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61622" y="3387266"/>
            <a:ext cx="202862" cy="202862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53715" y="5918804"/>
            <a:ext cx="303238" cy="303238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61215" y="2131601"/>
            <a:ext cx="204462" cy="204462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05264" y="1218142"/>
            <a:ext cx="174404" cy="174404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886871" y="921803"/>
            <a:ext cx="230656" cy="230656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00949" y="1180473"/>
            <a:ext cx="307772" cy="307772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26397" y="5965140"/>
            <a:ext cx="281484" cy="281484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81937" y="6434836"/>
            <a:ext cx="321518" cy="321518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50342" y="2631435"/>
            <a:ext cx="276596" cy="276596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84573" y="3206223"/>
            <a:ext cx="314062" cy="314062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33168" y="5248630"/>
            <a:ext cx="261124" cy="261124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81862" y="-6858"/>
            <a:ext cx="621792" cy="621792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036826" y="-6858"/>
            <a:ext cx="621792" cy="621792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98448" y="109728"/>
            <a:ext cx="388620" cy="38862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53412" y="109728"/>
            <a:ext cx="388620" cy="38862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92758" y="304038"/>
            <a:ext cx="854964" cy="854964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93800" y="405080"/>
            <a:ext cx="652880" cy="65288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2697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C2832"/>
                </a:solidFill>
                <a:latin typeface="Georgia"/>
              </a:rPr>
              <a:t>Agenda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234440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C2832"/>
                </a:solidFill>
                <a:latin typeface="Calibri"/>
              </a:rPr>
              <a:t>- Introduction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2103120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C2832"/>
                </a:solidFill>
                <a:latin typeface="Calibri"/>
              </a:rPr>
              <a:t>- Key Points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2971800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C2832"/>
                </a:solidFill>
                <a:latin typeface="Calibri"/>
              </a:rPr>
              <a:t>- Discussion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3840479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C2832"/>
                </a:solidFill>
                <a:latin typeface="Calibri"/>
              </a:rPr>
              <a:t>- Next 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709160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3C2832"/>
                </a:solidFill>
                <a:latin typeface="Calibri"/>
              </a:rPr>
              <a:t>- Wrap 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C2832"/>
                </a:solidFill>
                <a:latin typeface="Georgia"/>
              </a:rPr>
              <a:t>Introduction</a:t>
            </a:r>
          </a:p>
        </p:txBody>
      </p:sp>
      <p:sp>
        <p:nvSpPr>
          <p:cNvPr id="5" name="Oval 4"/>
          <p:cNvSpPr/>
          <p:nvPr/>
        </p:nvSpPr>
        <p:spPr>
          <a:xfrm>
            <a:off x="10826496" y="-54865"/>
            <a:ext cx="585216" cy="585216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31168" y="-54865"/>
            <a:ext cx="585216" cy="585216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36224" y="54863"/>
            <a:ext cx="365760" cy="36576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40896" y="54863"/>
            <a:ext cx="365760" cy="36576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19104" y="237744"/>
            <a:ext cx="804672" cy="804672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4202" y="332842"/>
            <a:ext cx="614476" cy="614476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4114800" cy="5074920"/>
          </a:xfrm>
          <a:prstGeom prst="roundRect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C2832"/>
                </a:solidFill>
                <a:latin typeface="Calibri"/>
              </a:rPr>
              <a:t>[ Image / Visual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508760"/>
            <a:ext cx="685800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C2832"/>
                </a:solidFill>
                <a:latin typeface="Calibri"/>
              </a:rPr>
              <a:t>About This Presentation
Add a brief introduction here. Describe the purpose, scope, and key themes of your work.
Give your audience the context they need before the main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839265" y="712527"/>
            <a:ext cx="207690" cy="20769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930" y="148360"/>
            <a:ext cx="238538" cy="238538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65967" y="5088415"/>
            <a:ext cx="172660" cy="172660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272285" y="5123577"/>
            <a:ext cx="294356" cy="294356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38396" y="6095978"/>
            <a:ext cx="294768" cy="294768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57070" y="1315505"/>
            <a:ext cx="190346" cy="190346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97829" y="6314213"/>
            <a:ext cx="298712" cy="298712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6427" y="3994324"/>
            <a:ext cx="263140" cy="263140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03398" y="1673279"/>
            <a:ext cx="184342" cy="184342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34535" y="91265"/>
            <a:ext cx="186744" cy="186744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0299" y="5605268"/>
            <a:ext cx="230284" cy="230284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64728" y="1925192"/>
            <a:ext cx="218816" cy="218816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95725" y="5418650"/>
            <a:ext cx="136714" cy="136714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20809" y="6587998"/>
            <a:ext cx="232396" cy="232396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74567" y="2230012"/>
            <a:ext cx="328636" cy="328636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99047" y="6023681"/>
            <a:ext cx="255760" cy="255760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282512" y="2340697"/>
            <a:ext cx="278276" cy="278276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82232" y="1348867"/>
            <a:ext cx="193100" cy="19310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32661" y="1841423"/>
            <a:ext cx="245136" cy="245136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95856" y="6196870"/>
            <a:ext cx="186540" cy="18654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942" y="4573783"/>
            <a:ext cx="308246" cy="308246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806964" y="6390784"/>
            <a:ext cx="131674" cy="131674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31408" y="1014288"/>
            <a:ext cx="259160" cy="259160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94834" y="522941"/>
            <a:ext cx="252282" cy="252282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83928" y="1659153"/>
            <a:ext cx="248476" cy="248476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43500" y="416051"/>
            <a:ext cx="804672" cy="804672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249924" y="416051"/>
            <a:ext cx="804672" cy="804672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294376" y="566927"/>
            <a:ext cx="502920" cy="50292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566927"/>
            <a:ext cx="502920" cy="50292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545836" y="818388"/>
            <a:ext cx="1106424" cy="1106424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76596" y="949148"/>
            <a:ext cx="844904" cy="844904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468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6648C"/>
                </a:solidFill>
                <a:latin typeface="Calibri"/>
              </a:rPr>
              <a:t>Chapter 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10896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3C2832"/>
                </a:solidFill>
                <a:latin typeface="Georgia"/>
              </a:rPr>
              <a:t>Section Title Here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4434840"/>
            <a:ext cx="5788152" cy="41148"/>
          </a:xfrm>
          <a:prstGeom prst="rect">
            <a:avLst/>
          </a:prstGeom>
          <a:solidFill>
            <a:srgbClr val="E6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C2832"/>
                </a:solidFill>
                <a:latin typeface="Georgia"/>
              </a:rPr>
              <a:t>Key Topics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30168" cy="5120640"/>
          </a:xfrm>
          <a:prstGeom prst="roundRect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C2832"/>
                </a:solidFill>
                <a:latin typeface="Georgia"/>
              </a:rPr>
              <a:t>Topic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50592"/>
            <a:ext cx="3246120" cy="41148"/>
          </a:xfrm>
          <a:prstGeom prst="rect">
            <a:avLst/>
          </a:prstGeom>
          <a:solidFill>
            <a:srgbClr val="E6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246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832"/>
                </a:solidFill>
                <a:latin typeface="Calibri"/>
              </a:rPr>
              <a:t>Add your description here. Summarise the key idea clearly and concisely.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1463040"/>
            <a:ext cx="3630168" cy="5120640"/>
          </a:xfrm>
          <a:prstGeom prst="roundRect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C2832"/>
                </a:solidFill>
                <a:latin typeface="Georgia"/>
              </a:rPr>
              <a:t>Topic Two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2450592"/>
            <a:ext cx="3246120" cy="41148"/>
          </a:xfrm>
          <a:prstGeom prst="rect">
            <a:avLst/>
          </a:prstGeom>
          <a:solidFill>
            <a:srgbClr val="E6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560320"/>
            <a:ext cx="3246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832"/>
                </a:solidFill>
                <a:latin typeface="Calibri"/>
              </a:rPr>
              <a:t>Add your description here. Summarise the key idea clearly and concisely.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66175" y="1463040"/>
            <a:ext cx="3630168" cy="5120640"/>
          </a:xfrm>
          <a:prstGeom prst="roundRect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49055" y="169164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C2832"/>
                </a:solidFill>
                <a:latin typeface="Georgia"/>
              </a:rPr>
              <a:t>Topic Three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49055" y="2450592"/>
            <a:ext cx="3246120" cy="41148"/>
          </a:xfrm>
          <a:prstGeom prst="rect">
            <a:avLst/>
          </a:prstGeom>
          <a:solidFill>
            <a:srgbClr val="E6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5" y="2560320"/>
            <a:ext cx="324612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3C2832"/>
                </a:solidFill>
                <a:latin typeface="Calibri"/>
              </a:rPr>
              <a:t>Add your description here. Summarise the key idea clearly and concisely.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C2832"/>
                </a:solidFill>
                <a:latin typeface="Georgia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6648C"/>
                </a:solidFill>
                <a:latin typeface="Arial"/>
              </a:rPr>
              <a:t>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5087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C2832"/>
                </a:solidFill>
                <a:latin typeface="Calibri"/>
              </a:rPr>
              <a:t>First key insight - add a concise supporting statement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974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6648C"/>
                </a:solidFill>
                <a:latin typeface="Arial"/>
              </a:rPr>
              <a:t>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974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C2832"/>
                </a:solidFill>
                <a:latin typeface="Calibri"/>
              </a:rPr>
              <a:t>Second key insight - add a concise supporting statement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862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6648C"/>
                </a:solidFill>
                <a:latin typeface="Arial"/>
              </a:rPr>
              <a:t>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8862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C2832"/>
                </a:solidFill>
                <a:latin typeface="Calibri"/>
              </a:rPr>
              <a:t>Third key insight - add a concise supporting statement here.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74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6648C"/>
                </a:solidFill>
                <a:latin typeface="Arial"/>
              </a:rPr>
              <a:t>-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50749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3C2832"/>
                </a:solidFill>
                <a:latin typeface="Calibri"/>
              </a:rPr>
              <a:t>Fourth key insight - add a concise supporting statement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857143" y="1000821"/>
            <a:ext cx="258962" cy="258962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77184" y="634255"/>
            <a:ext cx="245254" cy="245254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583251" y="596940"/>
            <a:ext cx="212138" cy="212138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8307" y="2784882"/>
            <a:ext cx="294352" cy="294352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77036" y="4166351"/>
            <a:ext cx="245296" cy="245296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35095" y="2586574"/>
            <a:ext cx="324406" cy="324406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48180" y="907774"/>
            <a:ext cx="212332" cy="212332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91282" y="2022008"/>
            <a:ext cx="292194" cy="292194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79299" y="3814882"/>
            <a:ext cx="165808" cy="165808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78306" y="480540"/>
            <a:ext cx="140004" cy="140004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95954" y="3495651"/>
            <a:ext cx="284368" cy="284368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03691" y="3026621"/>
            <a:ext cx="188318" cy="188318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24461" y="1622428"/>
            <a:ext cx="243570" cy="243570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13554" y="2289341"/>
            <a:ext cx="218306" cy="218306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682630" y="808403"/>
            <a:ext cx="212128" cy="212128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00584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E6648C"/>
                </a:solidFill>
                <a:latin typeface="Georgia"/>
              </a:rPr>
              <a:t>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194560"/>
            <a:ext cx="9875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1">
                <a:solidFill>
                  <a:srgbClr val="3C2832"/>
                </a:solidFill>
                <a:latin typeface="Georgia"/>
              </a:rPr>
              <a:t>Add your most impactful quote or key message here. Make it memorable.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5196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6648C"/>
                </a:solidFill>
                <a:latin typeface="Calibri"/>
              </a:rPr>
              <a:t>- Attribution Name, Role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C2832"/>
                </a:solidFill>
                <a:latin typeface="Georgia"/>
              </a:rPr>
              <a:t>By the Numbers</a:t>
            </a:r>
          </a:p>
        </p:txBody>
      </p:sp>
      <p:sp>
        <p:nvSpPr>
          <p:cNvPr id="5" name="Oval 4"/>
          <p:cNvSpPr/>
          <p:nvPr/>
        </p:nvSpPr>
        <p:spPr>
          <a:xfrm>
            <a:off x="10826496" y="-54865"/>
            <a:ext cx="585216" cy="585216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31168" y="-54865"/>
            <a:ext cx="585216" cy="585216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36224" y="54863"/>
            <a:ext cx="365760" cy="36576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40896" y="54863"/>
            <a:ext cx="365760" cy="36576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119104" y="237744"/>
            <a:ext cx="804672" cy="804672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14202" y="332842"/>
            <a:ext cx="614476" cy="614476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463040"/>
            <a:ext cx="3630168" cy="5120640"/>
          </a:xfrm>
          <a:prstGeom prst="roundRect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E6648C"/>
                </a:solidFill>
                <a:latin typeface="Georgia"/>
              </a:rPr>
              <a:t>97%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C2832"/>
                </a:solidFill>
                <a:latin typeface="Georgia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C2832"/>
                </a:solidFill>
                <a:latin typeface="Calibri"/>
              </a:rPr>
              <a:t>Across all test cases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1463040"/>
            <a:ext cx="3630168" cy="5120640"/>
          </a:xfrm>
          <a:prstGeom prst="roundRect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E6648C"/>
                </a:solidFill>
                <a:latin typeface="Georgia"/>
              </a:rPr>
              <a:t>24/7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C2832"/>
                </a:solidFill>
                <a:latin typeface="Georgia"/>
              </a:rPr>
              <a:t>Available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C2832"/>
                </a:solidFill>
                <a:latin typeface="Calibri"/>
              </a:rPr>
              <a:t>Round-the-clock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5" y="1463040"/>
            <a:ext cx="3630168" cy="5120640"/>
          </a:xfrm>
          <a:prstGeom prst="roundRect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49055" y="2103120"/>
            <a:ext cx="32461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E6648C"/>
                </a:solidFill>
                <a:latin typeface="Georgia"/>
              </a:rPr>
              <a:t>150+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5" y="3703320"/>
            <a:ext cx="3246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C2832"/>
                </a:solidFill>
                <a:latin typeface="Georgia"/>
              </a:rPr>
              <a:t>Clients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9055" y="44622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3C2832"/>
                </a:solidFill>
                <a:latin typeface="Calibri"/>
              </a:rPr>
              <a:t>Globally served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C2832"/>
                </a:solidFill>
                <a:latin typeface="Georgia"/>
              </a:rPr>
              <a:t>Two Column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5486400" cy="5166360"/>
          </a:xfrm>
          <a:prstGeom prst="rect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5352" y="1417320"/>
            <a:ext cx="5486400" cy="5166360"/>
          </a:xfrm>
          <a:prstGeom prst="rect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C2832"/>
                </a:solidFill>
                <a:latin typeface="Georgia"/>
              </a:rPr>
              <a:t>Left Column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3952" y="16002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C2832"/>
                </a:solidFill>
                <a:latin typeface="Georgia"/>
              </a:rPr>
              <a:t>Right Column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04288"/>
            <a:ext cx="5029200" cy="41148"/>
          </a:xfrm>
          <a:prstGeom prst="rect">
            <a:avLst/>
          </a:prstGeom>
          <a:solidFill>
            <a:srgbClr val="E6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3952" y="2304288"/>
            <a:ext cx="5029200" cy="41148"/>
          </a:xfrm>
          <a:prstGeom prst="rect">
            <a:avLst/>
          </a:prstGeom>
          <a:solidFill>
            <a:srgbClr val="E66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C2832"/>
                </a:solidFill>
                <a:latin typeface="Calibri"/>
              </a:rPr>
              <a:t>- Point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48716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C2832"/>
                </a:solidFill>
                <a:latin typeface="Calibri"/>
              </a:rPr>
              <a:t>- Point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815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C2832"/>
                </a:solidFill>
                <a:latin typeface="Calibri"/>
              </a:rPr>
              <a:t>- Point two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308152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C2832"/>
                </a:solidFill>
                <a:latin typeface="Calibri"/>
              </a:rPr>
              <a:t>- Point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758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C2832"/>
                </a:solidFill>
                <a:latin typeface="Calibri"/>
              </a:rPr>
              <a:t>- Point three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67588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C2832"/>
                </a:solidFill>
                <a:latin typeface="Calibri"/>
              </a:rPr>
              <a:t>- Point three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702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C2832"/>
                </a:solidFill>
                <a:latin typeface="Calibri"/>
              </a:rPr>
              <a:t>- Point four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4270248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3C2832"/>
                </a:solidFill>
                <a:latin typeface="Calibri"/>
              </a:rPr>
              <a:t>- Point four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07382" y="2838674"/>
            <a:ext cx="244308" cy="244308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544025" y="3279776"/>
            <a:ext cx="183844" cy="183844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4461" y="3292065"/>
            <a:ext cx="143322" cy="143322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32906" y="279978"/>
            <a:ext cx="301052" cy="301052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10912" y="2763452"/>
            <a:ext cx="294350" cy="294350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37024" y="4522073"/>
            <a:ext cx="261158" cy="261158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80674" y="5711363"/>
            <a:ext cx="176170" cy="176170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63483" y="364142"/>
            <a:ext cx="128830" cy="12883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36653" y="6007642"/>
            <a:ext cx="235910" cy="23591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66200" y="3643618"/>
            <a:ext cx="215730" cy="21573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84744" y="2160311"/>
            <a:ext cx="228984" cy="228984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97971" y="1639337"/>
            <a:ext cx="134402" cy="134402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43018" y="4350836"/>
            <a:ext cx="235334" cy="235334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814889" y="3770013"/>
            <a:ext cx="203286" cy="203286"/>
          </a:xfrm>
          <a:prstGeom prst="ellipse">
            <a:avLst/>
          </a:prstGeom>
          <a:solidFill>
            <a:srgbClr val="FFAF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74445" y="6340715"/>
            <a:ext cx="283546" cy="283546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955429" y="5293820"/>
            <a:ext cx="318660" cy="318660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541044" y="2938411"/>
            <a:ext cx="264968" cy="264968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98541" y="1236060"/>
            <a:ext cx="152052" cy="152052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75009" y="4326304"/>
            <a:ext cx="317722" cy="317722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80625" y="3199236"/>
            <a:ext cx="197936" cy="197936"/>
          </a:xfrm>
          <a:prstGeom prst="ellipse">
            <a:avLst/>
          </a:prstGeom>
          <a:solidFill>
            <a:srgbClr val="FFF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56632" y="237743"/>
            <a:ext cx="877824" cy="877824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263640" y="237743"/>
            <a:ext cx="877824" cy="877824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21224" y="402335"/>
            <a:ext cx="548640" cy="54864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28232" y="402335"/>
            <a:ext cx="548640" cy="548640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495544" y="676656"/>
            <a:ext cx="1207008" cy="1207008"/>
          </a:xfrm>
          <a:prstGeom prst="ellipse">
            <a:avLst/>
          </a:prstGeom>
          <a:solidFill>
            <a:srgbClr val="965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8191" y="819303"/>
            <a:ext cx="921714" cy="921714"/>
          </a:xfrm>
          <a:prstGeom prst="ellipse">
            <a:avLst/>
          </a:prstGeom>
          <a:solidFill>
            <a:srgbClr val="FF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5661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3C2832"/>
                </a:solidFill>
                <a:latin typeface="Georgia"/>
              </a:rPr>
              <a:t>Thank You!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00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6648C"/>
                </a:solidFill>
                <a:latin typeface="Calibri"/>
              </a:rPr>
              <a:t>yourname@email.com  -  @handle  -  website.com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